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7" r:id="rId3"/>
    <p:sldId id="271" r:id="rId4"/>
    <p:sldId id="274" r:id="rId5"/>
    <p:sldId id="278" r:id="rId6"/>
    <p:sldId id="272" r:id="rId7"/>
    <p:sldId id="273" r:id="rId8"/>
    <p:sldId id="275" r:id="rId9"/>
    <p:sldId id="27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2F2F2"/>
    <a:srgbClr val="FF6600"/>
    <a:srgbClr val="4D4E8E"/>
    <a:srgbClr val="8BB8A3"/>
    <a:srgbClr val="646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 autoAdjust="0"/>
    <p:restoredTop sz="96733" autoAdjust="0"/>
  </p:normalViewPr>
  <p:slideViewPr>
    <p:cSldViewPr snapToGrid="0">
      <p:cViewPr varScale="1">
        <p:scale>
          <a:sx n="117" d="100"/>
          <a:sy n="117" d="100"/>
        </p:scale>
        <p:origin x="11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54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71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250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61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54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141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92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06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61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042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03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2024-01-16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62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6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449623" y="2812090"/>
            <a:ext cx="5431286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ko-KR" altLang="en-US" sz="3200" i="1" kern="0" dirty="0">
                <a:ln w="9525">
                  <a:noFill/>
                </a:ln>
                <a:solidFill>
                  <a:srgbClr val="F2F2F2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프로그램 계획서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kern="0" dirty="0">
                <a:solidFill>
                  <a:srgbClr val="F2F2F2"/>
                </a:solidFill>
              </a:rPr>
              <a:t>[name]</a:t>
            </a:r>
            <a:endParaRPr lang="ko-KR" altLang="en-US" sz="2400" dirty="0">
              <a:solidFill>
                <a:srgbClr val="F2F2F2"/>
              </a:solidFill>
            </a:endParaRPr>
          </a:p>
        </p:txBody>
      </p:sp>
      <p:sp>
        <p:nvSpPr>
          <p:cNvPr id="81" name="자유형 80">
            <a:extLst>
              <a:ext uri="{FF2B5EF4-FFF2-40B4-BE49-F238E27FC236}">
                <a16:creationId xmlns:a16="http://schemas.microsoft.com/office/drawing/2014/main" id="{313104EB-6B40-EAB0-156C-047965625EAB}"/>
              </a:ext>
            </a:extLst>
          </p:cNvPr>
          <p:cNvSpPr/>
          <p:nvPr/>
        </p:nvSpPr>
        <p:spPr>
          <a:xfrm>
            <a:off x="8682182" y="2409475"/>
            <a:ext cx="198726" cy="1620837"/>
          </a:xfrm>
          <a:custGeom>
            <a:avLst/>
            <a:gdLst>
              <a:gd name="connsiteX0" fmla="*/ 12140 w 198726"/>
              <a:gd name="connsiteY0" fmla="*/ 0 h 1620837"/>
              <a:gd name="connsiteX1" fmla="*/ 26609 w 198726"/>
              <a:gd name="connsiteY1" fmla="*/ 0 h 1620837"/>
              <a:gd name="connsiteX2" fmla="*/ 198726 w 198726"/>
              <a:gd name="connsiteY2" fmla="*/ 172117 h 1620837"/>
              <a:gd name="connsiteX3" fmla="*/ 198726 w 198726"/>
              <a:gd name="connsiteY3" fmla="*/ 1448720 h 1620837"/>
              <a:gd name="connsiteX4" fmla="*/ 26609 w 198726"/>
              <a:gd name="connsiteY4" fmla="*/ 1620837 h 1620837"/>
              <a:gd name="connsiteX5" fmla="*/ 0 w 198726"/>
              <a:gd name="connsiteY5" fmla="*/ 1620837 h 1620837"/>
              <a:gd name="connsiteX6" fmla="*/ 0 w 198726"/>
              <a:gd name="connsiteY6" fmla="*/ 1620836 h 1620837"/>
              <a:gd name="connsiteX7" fmla="*/ 12135 w 198726"/>
              <a:gd name="connsiteY7" fmla="*/ 1620836 h 1620837"/>
              <a:gd name="connsiteX8" fmla="*/ 184252 w 198726"/>
              <a:gd name="connsiteY8" fmla="*/ 1448719 h 1620837"/>
              <a:gd name="connsiteX9" fmla="*/ 184252 w 198726"/>
              <a:gd name="connsiteY9" fmla="*/ 172116 h 1620837"/>
              <a:gd name="connsiteX10" fmla="*/ 79131 w 198726"/>
              <a:gd name="connsiteY10" fmla="*/ 13525 h 162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726" h="1620837">
                <a:moveTo>
                  <a:pt x="12140" y="0"/>
                </a:moveTo>
                <a:lnTo>
                  <a:pt x="26609" y="0"/>
                </a:lnTo>
                <a:cubicBezTo>
                  <a:pt x="121667" y="0"/>
                  <a:pt x="198726" y="77059"/>
                  <a:pt x="198726" y="172117"/>
                </a:cubicBezTo>
                <a:lnTo>
                  <a:pt x="198726" y="1448720"/>
                </a:lnTo>
                <a:cubicBezTo>
                  <a:pt x="198726" y="1543778"/>
                  <a:pt x="121667" y="1620837"/>
                  <a:pt x="26609" y="1620837"/>
                </a:cubicBezTo>
                <a:lnTo>
                  <a:pt x="0" y="1620837"/>
                </a:lnTo>
                <a:lnTo>
                  <a:pt x="0" y="1620836"/>
                </a:lnTo>
                <a:lnTo>
                  <a:pt x="12135" y="1620836"/>
                </a:lnTo>
                <a:cubicBezTo>
                  <a:pt x="107193" y="1620836"/>
                  <a:pt x="184252" y="1543777"/>
                  <a:pt x="184252" y="1448719"/>
                </a:cubicBezTo>
                <a:lnTo>
                  <a:pt x="184252" y="172116"/>
                </a:lnTo>
                <a:cubicBezTo>
                  <a:pt x="184252" y="100823"/>
                  <a:pt x="140906" y="39653"/>
                  <a:pt x="79131" y="13525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>
              <a:defRPr/>
            </a:pPr>
            <a:endParaRPr lang="ko-KR" altLang="en-US" sz="2400" dirty="0">
              <a:solidFill>
                <a:srgbClr val="F2F2F2"/>
              </a:solidFill>
            </a:endParaRPr>
          </a:p>
        </p:txBody>
      </p:sp>
      <p:sp>
        <p:nvSpPr>
          <p:cNvPr id="82" name="자유형 81">
            <a:extLst>
              <a:ext uri="{FF2B5EF4-FFF2-40B4-BE49-F238E27FC236}">
                <a16:creationId xmlns:a16="http://schemas.microsoft.com/office/drawing/2014/main" id="{313104EB-6B40-EAB0-156C-047965625EAB}"/>
              </a:ext>
            </a:extLst>
          </p:cNvPr>
          <p:cNvSpPr/>
          <p:nvPr/>
        </p:nvSpPr>
        <p:spPr>
          <a:xfrm flipH="1">
            <a:off x="3449623" y="2409475"/>
            <a:ext cx="198726" cy="1620837"/>
          </a:xfrm>
          <a:custGeom>
            <a:avLst/>
            <a:gdLst>
              <a:gd name="connsiteX0" fmla="*/ 12140 w 198726"/>
              <a:gd name="connsiteY0" fmla="*/ 0 h 1620837"/>
              <a:gd name="connsiteX1" fmla="*/ 26609 w 198726"/>
              <a:gd name="connsiteY1" fmla="*/ 0 h 1620837"/>
              <a:gd name="connsiteX2" fmla="*/ 198726 w 198726"/>
              <a:gd name="connsiteY2" fmla="*/ 172117 h 1620837"/>
              <a:gd name="connsiteX3" fmla="*/ 198726 w 198726"/>
              <a:gd name="connsiteY3" fmla="*/ 1448720 h 1620837"/>
              <a:gd name="connsiteX4" fmla="*/ 26609 w 198726"/>
              <a:gd name="connsiteY4" fmla="*/ 1620837 h 1620837"/>
              <a:gd name="connsiteX5" fmla="*/ 0 w 198726"/>
              <a:gd name="connsiteY5" fmla="*/ 1620837 h 1620837"/>
              <a:gd name="connsiteX6" fmla="*/ 0 w 198726"/>
              <a:gd name="connsiteY6" fmla="*/ 1620836 h 1620837"/>
              <a:gd name="connsiteX7" fmla="*/ 12135 w 198726"/>
              <a:gd name="connsiteY7" fmla="*/ 1620836 h 1620837"/>
              <a:gd name="connsiteX8" fmla="*/ 184252 w 198726"/>
              <a:gd name="connsiteY8" fmla="*/ 1448719 h 1620837"/>
              <a:gd name="connsiteX9" fmla="*/ 184252 w 198726"/>
              <a:gd name="connsiteY9" fmla="*/ 172116 h 1620837"/>
              <a:gd name="connsiteX10" fmla="*/ 79131 w 198726"/>
              <a:gd name="connsiteY10" fmla="*/ 13525 h 162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8726" h="1620837">
                <a:moveTo>
                  <a:pt x="12140" y="0"/>
                </a:moveTo>
                <a:lnTo>
                  <a:pt x="26609" y="0"/>
                </a:lnTo>
                <a:cubicBezTo>
                  <a:pt x="121667" y="0"/>
                  <a:pt x="198726" y="77059"/>
                  <a:pt x="198726" y="172117"/>
                </a:cubicBezTo>
                <a:lnTo>
                  <a:pt x="198726" y="1448720"/>
                </a:lnTo>
                <a:cubicBezTo>
                  <a:pt x="198726" y="1543778"/>
                  <a:pt x="121667" y="1620837"/>
                  <a:pt x="26609" y="1620837"/>
                </a:cubicBezTo>
                <a:lnTo>
                  <a:pt x="0" y="1620837"/>
                </a:lnTo>
                <a:lnTo>
                  <a:pt x="0" y="1620836"/>
                </a:lnTo>
                <a:lnTo>
                  <a:pt x="12135" y="1620836"/>
                </a:lnTo>
                <a:cubicBezTo>
                  <a:pt x="107193" y="1620836"/>
                  <a:pt x="184252" y="1543777"/>
                  <a:pt x="184252" y="1448719"/>
                </a:cubicBezTo>
                <a:lnTo>
                  <a:pt x="184252" y="172116"/>
                </a:lnTo>
                <a:cubicBezTo>
                  <a:pt x="184252" y="100823"/>
                  <a:pt x="140906" y="39653"/>
                  <a:pt x="79131" y="13525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>
              <a:defRPr/>
            </a:pPr>
            <a:endParaRPr lang="ko-KR" altLang="en-US" sz="2400" dirty="0">
              <a:solidFill>
                <a:srgbClr val="F2F2F2"/>
              </a:solidFill>
            </a:endParaRPr>
          </a:p>
        </p:txBody>
      </p:sp>
      <p:sp>
        <p:nvSpPr>
          <p:cNvPr id="83" name="사각형: 둥근 모서리 26">
            <a:extLst>
              <a:ext uri="{FF2B5EF4-FFF2-40B4-BE49-F238E27FC236}">
                <a16:creationId xmlns:a16="http://schemas.microsoft.com/office/drawing/2014/main" id="{1C5603AC-0FB2-EEC2-5591-C20ABDA9C069}"/>
              </a:ext>
            </a:extLst>
          </p:cNvPr>
          <p:cNvSpPr/>
          <p:nvPr/>
        </p:nvSpPr>
        <p:spPr>
          <a:xfrm>
            <a:off x="5724576" y="2295639"/>
            <a:ext cx="881380" cy="316932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b="1" dirty="0">
                <a:solidFill>
                  <a:prstClr val="white"/>
                </a:solidFill>
              </a:rPr>
              <a:t>Price Navi</a:t>
            </a:r>
            <a:endParaRPr lang="ko-KR" altLang="en-US" sz="10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76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6929" y="-204107"/>
            <a:ext cx="12178141" cy="6858000"/>
            <a:chOff x="13858" y="0"/>
            <a:chExt cx="12178141" cy="6858000"/>
          </a:xfrm>
        </p:grpSpPr>
        <p:sp>
          <p:nvSpPr>
            <p:cNvPr id="7" name="모서리가 둥근 직사각형 4">
              <a:extLst>
                <a:ext uri="{FF2B5EF4-FFF2-40B4-BE49-F238E27FC236}">
                  <a16:creationId xmlns:a16="http://schemas.microsoft.com/office/drawing/2014/main" id="{313104EB-6B40-EAB0-156C-047965625EAB}"/>
                </a:ext>
              </a:extLst>
            </p:cNvPr>
            <p:cNvSpPr/>
            <p:nvPr/>
          </p:nvSpPr>
          <p:spPr>
            <a:xfrm>
              <a:off x="13858" y="0"/>
              <a:ext cx="12178141" cy="6858000"/>
            </a:xfrm>
            <a:prstGeom prst="roundRect">
              <a:avLst>
                <a:gd name="adj" fmla="val 3484"/>
              </a:avLst>
            </a:prstGeom>
            <a:solidFill>
              <a:srgbClr val="646C79"/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모서리가 둥근 직사각형 5">
              <a:extLst>
                <a:ext uri="{FF2B5EF4-FFF2-40B4-BE49-F238E27FC236}">
                  <a16:creationId xmlns:a16="http://schemas.microsoft.com/office/drawing/2014/main" id="{FE48B50B-F229-12E5-2CEA-0361300EEF8E}"/>
                </a:ext>
              </a:extLst>
            </p:cNvPr>
            <p:cNvSpPr/>
            <p:nvPr/>
          </p:nvSpPr>
          <p:spPr>
            <a:xfrm>
              <a:off x="275080" y="169164"/>
              <a:ext cx="11916919" cy="6688836"/>
            </a:xfrm>
            <a:prstGeom prst="roundRect">
              <a:avLst>
                <a:gd name="adj" fmla="val 3446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tlCol="0" anchor="t"/>
            <a:lstStyle/>
            <a:p>
              <a:pPr latinLnBrk="0">
                <a:lnSpc>
                  <a:spcPct val="150000"/>
                </a:lnSpc>
                <a:defRPr/>
              </a:pPr>
              <a:endParaRPr lang="ko-KR" altLang="en-US" sz="1600" dirty="0">
                <a:solidFill>
                  <a:srgbClr val="646C79"/>
                </a:solidFill>
              </a:endParaRPr>
            </a:p>
          </p:txBody>
        </p:sp>
      </p:grpSp>
      <p:sp>
        <p:nvSpPr>
          <p:cNvPr id="62" name="모서리가 둥근 직사각형 4">
            <a:extLst>
              <a:ext uri="{FF2B5EF4-FFF2-40B4-BE49-F238E27FC236}">
                <a16:creationId xmlns:a16="http://schemas.microsoft.com/office/drawing/2014/main" id="{958D517B-B829-8389-7452-D020801C68B2}"/>
              </a:ext>
            </a:extLst>
          </p:cNvPr>
          <p:cNvSpPr/>
          <p:nvPr/>
        </p:nvSpPr>
        <p:spPr>
          <a:xfrm>
            <a:off x="84474" y="851560"/>
            <a:ext cx="1719833" cy="47199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사각형: 둥근 모서리 26">
            <a:extLst>
              <a:ext uri="{FF2B5EF4-FFF2-40B4-BE49-F238E27FC236}">
                <a16:creationId xmlns:a16="http://schemas.microsoft.com/office/drawing/2014/main" id="{AA8467ED-38E4-EC1F-66C6-BBB87566CCFA}"/>
              </a:ext>
            </a:extLst>
          </p:cNvPr>
          <p:cNvSpPr/>
          <p:nvPr/>
        </p:nvSpPr>
        <p:spPr>
          <a:xfrm>
            <a:off x="575582" y="1560853"/>
            <a:ext cx="2457450" cy="52104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prstClr val="white"/>
                </a:solidFill>
              </a:rPr>
              <a:t>1.</a:t>
            </a:r>
            <a:r>
              <a:rPr lang="ko-KR" altLang="en-US" sz="1200" b="1" dirty="0">
                <a:solidFill>
                  <a:prstClr val="white"/>
                </a:solidFill>
              </a:rPr>
              <a:t>목적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57B63B-F70C-0F91-D319-7A5A763CC64C}"/>
              </a:ext>
            </a:extLst>
          </p:cNvPr>
          <p:cNvSpPr/>
          <p:nvPr/>
        </p:nvSpPr>
        <p:spPr>
          <a:xfrm>
            <a:off x="622526" y="2210058"/>
            <a:ext cx="4821011" cy="31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웹상에서 회원간 다양한 물건의 온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/</a:t>
            </a:r>
            <a:r>
              <a:rPr lang="ko-KR" altLang="en-US" sz="11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오프라인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판매처에 대한 가격정보 공유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사각형: 둥근 모서리 26">
            <a:extLst>
              <a:ext uri="{FF2B5EF4-FFF2-40B4-BE49-F238E27FC236}">
                <a16:creationId xmlns:a16="http://schemas.microsoft.com/office/drawing/2014/main" id="{3C71840B-5365-10E4-CD07-57A28512501A}"/>
              </a:ext>
            </a:extLst>
          </p:cNvPr>
          <p:cNvSpPr/>
          <p:nvPr/>
        </p:nvSpPr>
        <p:spPr>
          <a:xfrm>
            <a:off x="622526" y="2907960"/>
            <a:ext cx="2457450" cy="52104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prstClr val="white"/>
                </a:solidFill>
              </a:rPr>
              <a:t>2.</a:t>
            </a:r>
            <a:r>
              <a:rPr lang="ko-KR" altLang="en-US" sz="1200" b="1" dirty="0">
                <a:solidFill>
                  <a:prstClr val="white"/>
                </a:solidFill>
              </a:rPr>
              <a:t>범위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282035-4C0E-5D22-4E09-FEE8964EF5A5}"/>
              </a:ext>
            </a:extLst>
          </p:cNvPr>
          <p:cNvSpPr/>
          <p:nvPr/>
        </p:nvSpPr>
        <p:spPr>
          <a:xfrm>
            <a:off x="575582" y="3598164"/>
            <a:ext cx="6600825" cy="1272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1.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회원의 다양한 물건정보 등록 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/ 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삭제 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/ 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조회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2.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물건의 온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/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오프라인 판매점의 가격정보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[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최저가 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최근 가격동향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3.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가격 정보의 카테고리 혹은 날짜 별 순위정보 제공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4.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가격 정보 포스트에 대한 추천 및 조회수 </a:t>
            </a: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, 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댓글 기능 제공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5.</a:t>
            </a:r>
            <a:r>
              <a:rPr lang="ko-KR" altLang="en-US" sz="1050" dirty="0">
                <a:solidFill>
                  <a:prstClr val="black">
                    <a:lumMod val="65000"/>
                    <a:lumOff val="35000"/>
                  </a:prstClr>
                </a:solidFill>
              </a:rPr>
              <a:t>다양한 조건을 포함하는 필터를 사용한 검색 기능</a:t>
            </a:r>
            <a:endParaRPr lang="en-US" altLang="ko-KR" sz="105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BCEDDA-BD45-3BF8-BEDE-9C9852DEA195}"/>
              </a:ext>
            </a:extLst>
          </p:cNvPr>
          <p:cNvSpPr/>
          <p:nvPr/>
        </p:nvSpPr>
        <p:spPr>
          <a:xfrm>
            <a:off x="575582" y="164682"/>
            <a:ext cx="6226302" cy="44958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  <a:effectLst>
            <a:outerShdw blurRad="190500" dist="38100" dir="5400000" algn="t" rotWithShape="0">
              <a:srgbClr val="489BFB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>
              <a:tabLst>
                <a:tab pos="1524000" algn="l"/>
                <a:tab pos="2419350" algn="l"/>
              </a:tabLst>
              <a:defRPr/>
            </a:pPr>
            <a:r>
              <a:rPr lang="ko-KR" altLang="en-US" sz="2000" dirty="0">
                <a:solidFill>
                  <a:schemeClr val="bg1"/>
                </a:solidFill>
              </a:rPr>
              <a:t>목적 및 범위 </a:t>
            </a:r>
            <a:r>
              <a:rPr lang="en-US" altLang="ko-KR" sz="700" dirty="0">
                <a:solidFill>
                  <a:schemeClr val="bg1"/>
                </a:solidFill>
              </a:rPr>
              <a:t>Price Navi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851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6929" y="-204107"/>
            <a:ext cx="12178141" cy="6858000"/>
            <a:chOff x="13858" y="0"/>
            <a:chExt cx="12178141" cy="6858000"/>
          </a:xfrm>
        </p:grpSpPr>
        <p:sp>
          <p:nvSpPr>
            <p:cNvPr id="7" name="모서리가 둥근 직사각형 4">
              <a:extLst>
                <a:ext uri="{FF2B5EF4-FFF2-40B4-BE49-F238E27FC236}">
                  <a16:creationId xmlns:a16="http://schemas.microsoft.com/office/drawing/2014/main" id="{313104EB-6B40-EAB0-156C-047965625EAB}"/>
                </a:ext>
              </a:extLst>
            </p:cNvPr>
            <p:cNvSpPr/>
            <p:nvPr/>
          </p:nvSpPr>
          <p:spPr>
            <a:xfrm>
              <a:off x="13858" y="0"/>
              <a:ext cx="12178141" cy="6858000"/>
            </a:xfrm>
            <a:prstGeom prst="roundRect">
              <a:avLst>
                <a:gd name="adj" fmla="val 3484"/>
              </a:avLst>
            </a:prstGeom>
            <a:solidFill>
              <a:srgbClr val="646C79"/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모서리가 둥근 직사각형 5">
              <a:extLst>
                <a:ext uri="{FF2B5EF4-FFF2-40B4-BE49-F238E27FC236}">
                  <a16:creationId xmlns:a16="http://schemas.microsoft.com/office/drawing/2014/main" id="{FE48B50B-F229-12E5-2CEA-0361300EEF8E}"/>
                </a:ext>
              </a:extLst>
            </p:cNvPr>
            <p:cNvSpPr/>
            <p:nvPr/>
          </p:nvSpPr>
          <p:spPr>
            <a:xfrm>
              <a:off x="275080" y="169164"/>
              <a:ext cx="11916919" cy="6688836"/>
            </a:xfrm>
            <a:prstGeom prst="roundRect">
              <a:avLst>
                <a:gd name="adj" fmla="val 3446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tlCol="0" anchor="t"/>
            <a:lstStyle/>
            <a:p>
              <a:pPr latinLnBrk="0">
                <a:lnSpc>
                  <a:spcPct val="150000"/>
                </a:lnSpc>
                <a:defRPr/>
              </a:pPr>
              <a:endParaRPr lang="ko-KR" altLang="en-US" sz="1600" dirty="0">
                <a:solidFill>
                  <a:srgbClr val="646C79"/>
                </a:solidFill>
              </a:endParaRP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BCEDDA-BD45-3BF8-BEDE-9C9852DEA195}"/>
              </a:ext>
            </a:extLst>
          </p:cNvPr>
          <p:cNvSpPr/>
          <p:nvPr/>
        </p:nvSpPr>
        <p:spPr>
          <a:xfrm>
            <a:off x="575582" y="164682"/>
            <a:ext cx="6226302" cy="44958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  <a:effectLst>
            <a:outerShdw blurRad="190500" dist="38100" dir="5400000" algn="t" rotWithShape="0">
              <a:srgbClr val="489BFB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>
              <a:tabLst>
                <a:tab pos="1524000" algn="l"/>
                <a:tab pos="2419350" algn="l"/>
              </a:tabLst>
              <a:defRPr/>
            </a:pPr>
            <a:r>
              <a:rPr lang="ko-KR" altLang="en-US" sz="2000" dirty="0">
                <a:solidFill>
                  <a:schemeClr val="bg1"/>
                </a:solidFill>
              </a:rPr>
              <a:t>화면 구성 및 레이아웃 설계 </a:t>
            </a:r>
            <a:r>
              <a:rPr lang="en-US" altLang="ko-KR" sz="700" dirty="0">
                <a:solidFill>
                  <a:schemeClr val="bg1"/>
                </a:solidFill>
              </a:rPr>
              <a:t>Price Navi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01137-666C-5FA9-BB1D-5FFFCAA624FD}"/>
              </a:ext>
            </a:extLst>
          </p:cNvPr>
          <p:cNvSpPr/>
          <p:nvPr/>
        </p:nvSpPr>
        <p:spPr>
          <a:xfrm>
            <a:off x="563969" y="709550"/>
            <a:ext cx="11348267" cy="5731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모서리가 둥근 직사각형 4">
            <a:extLst>
              <a:ext uri="{FF2B5EF4-FFF2-40B4-BE49-F238E27FC236}">
                <a16:creationId xmlns:a16="http://schemas.microsoft.com/office/drawing/2014/main" id="{958D517B-B829-8389-7452-D020801C68B2}"/>
              </a:ext>
            </a:extLst>
          </p:cNvPr>
          <p:cNvSpPr/>
          <p:nvPr/>
        </p:nvSpPr>
        <p:spPr>
          <a:xfrm>
            <a:off x="829310" y="718757"/>
            <a:ext cx="10775498" cy="793080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EBB3A9B5-7851-F37D-F206-12D437A508B6}"/>
              </a:ext>
            </a:extLst>
          </p:cNvPr>
          <p:cNvSpPr/>
          <p:nvPr/>
        </p:nvSpPr>
        <p:spPr>
          <a:xfrm>
            <a:off x="840921" y="1716745"/>
            <a:ext cx="9526337" cy="4716711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67CFB7B-DF81-B2D6-9768-B520A6CC1A3E}"/>
              </a:ext>
            </a:extLst>
          </p:cNvPr>
          <p:cNvGrpSpPr/>
          <p:nvPr/>
        </p:nvGrpSpPr>
        <p:grpSpPr>
          <a:xfrm>
            <a:off x="829310" y="718757"/>
            <a:ext cx="874248" cy="793080"/>
            <a:chOff x="829310" y="702129"/>
            <a:chExt cx="828040" cy="791936"/>
          </a:xfrm>
        </p:grpSpPr>
        <p:sp>
          <p:nvSpPr>
            <p:cNvPr id="19" name="모서리가 둥근 직사각형 4">
              <a:extLst>
                <a:ext uri="{FF2B5EF4-FFF2-40B4-BE49-F238E27FC236}">
                  <a16:creationId xmlns:a16="http://schemas.microsoft.com/office/drawing/2014/main" id="{FAB43C23-67F9-F398-9E3E-5B9E858D2827}"/>
                </a:ext>
              </a:extLst>
            </p:cNvPr>
            <p:cNvSpPr/>
            <p:nvPr/>
          </p:nvSpPr>
          <p:spPr>
            <a:xfrm>
              <a:off x="840921" y="702129"/>
              <a:ext cx="816429" cy="791936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4AC2327-A28D-42BD-E152-02950ACC26D4}"/>
                </a:ext>
              </a:extLst>
            </p:cNvPr>
            <p:cNvCxnSpPr/>
            <p:nvPr/>
          </p:nvCxnSpPr>
          <p:spPr>
            <a:xfrm flipV="1">
              <a:off x="829310" y="732470"/>
              <a:ext cx="828040" cy="7615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09F42D5-4298-11D5-67FB-F5F63CC9E6F3}"/>
                </a:ext>
              </a:extLst>
            </p:cNvPr>
            <p:cNvCxnSpPr/>
            <p:nvPr/>
          </p:nvCxnSpPr>
          <p:spPr>
            <a:xfrm>
              <a:off x="829310" y="702129"/>
              <a:ext cx="828040" cy="7889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20DC9E6-B018-1305-3565-6069171C6BBE}"/>
              </a:ext>
            </a:extLst>
          </p:cNvPr>
          <p:cNvGrpSpPr/>
          <p:nvPr/>
        </p:nvGrpSpPr>
        <p:grpSpPr>
          <a:xfrm>
            <a:off x="10854418" y="718757"/>
            <a:ext cx="762000" cy="781551"/>
            <a:chOff x="829310" y="702129"/>
            <a:chExt cx="828040" cy="791936"/>
          </a:xfrm>
        </p:grpSpPr>
        <p:sp>
          <p:nvSpPr>
            <p:cNvPr id="34" name="모서리가 둥근 직사각형 4">
              <a:extLst>
                <a:ext uri="{FF2B5EF4-FFF2-40B4-BE49-F238E27FC236}">
                  <a16:creationId xmlns:a16="http://schemas.microsoft.com/office/drawing/2014/main" id="{6E3B0FAC-B692-2708-9883-2719147CEE85}"/>
                </a:ext>
              </a:extLst>
            </p:cNvPr>
            <p:cNvSpPr/>
            <p:nvPr/>
          </p:nvSpPr>
          <p:spPr>
            <a:xfrm>
              <a:off x="840921" y="702129"/>
              <a:ext cx="816429" cy="791936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2C8222A-E125-F1A8-A146-3CA361F1E029}"/>
                </a:ext>
              </a:extLst>
            </p:cNvPr>
            <p:cNvCxnSpPr/>
            <p:nvPr/>
          </p:nvCxnSpPr>
          <p:spPr>
            <a:xfrm flipV="1">
              <a:off x="829310" y="732470"/>
              <a:ext cx="828040" cy="7615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70648A3A-6FB9-0C41-41C5-1563564F7B0D}"/>
                </a:ext>
              </a:extLst>
            </p:cNvPr>
            <p:cNvCxnSpPr/>
            <p:nvPr/>
          </p:nvCxnSpPr>
          <p:spPr>
            <a:xfrm>
              <a:off x="829310" y="702129"/>
              <a:ext cx="828040" cy="7889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0EB63F53-B4C9-3211-E51A-F2C48E3933B4}"/>
              </a:ext>
            </a:extLst>
          </p:cNvPr>
          <p:cNvGrpSpPr/>
          <p:nvPr/>
        </p:nvGrpSpPr>
        <p:grpSpPr>
          <a:xfrm>
            <a:off x="10018100" y="910145"/>
            <a:ext cx="337549" cy="373271"/>
            <a:chOff x="829310" y="702129"/>
            <a:chExt cx="828040" cy="791936"/>
          </a:xfrm>
        </p:grpSpPr>
        <p:sp>
          <p:nvSpPr>
            <p:cNvPr id="71" name="모서리가 둥근 직사각형 4">
              <a:extLst>
                <a:ext uri="{FF2B5EF4-FFF2-40B4-BE49-F238E27FC236}">
                  <a16:creationId xmlns:a16="http://schemas.microsoft.com/office/drawing/2014/main" id="{8F60EC01-71DF-49CD-6CA4-00A9C1E08F7B}"/>
                </a:ext>
              </a:extLst>
            </p:cNvPr>
            <p:cNvSpPr/>
            <p:nvPr/>
          </p:nvSpPr>
          <p:spPr>
            <a:xfrm>
              <a:off x="840921" y="702129"/>
              <a:ext cx="816429" cy="791936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61D0EFB3-D6D8-A4B4-AE53-0E89CFD800A4}"/>
                </a:ext>
              </a:extLst>
            </p:cNvPr>
            <p:cNvCxnSpPr/>
            <p:nvPr/>
          </p:nvCxnSpPr>
          <p:spPr>
            <a:xfrm flipV="1">
              <a:off x="829310" y="732470"/>
              <a:ext cx="828040" cy="7615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DF4C3B2F-9C1D-36AB-DE80-902C076C4AD6}"/>
                </a:ext>
              </a:extLst>
            </p:cNvPr>
            <p:cNvCxnSpPr/>
            <p:nvPr/>
          </p:nvCxnSpPr>
          <p:spPr>
            <a:xfrm>
              <a:off x="829310" y="702129"/>
              <a:ext cx="828040" cy="7889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2309940-009F-3F49-6314-F7BB18968D24}"/>
              </a:ext>
            </a:extLst>
          </p:cNvPr>
          <p:cNvGrpSpPr/>
          <p:nvPr/>
        </p:nvGrpSpPr>
        <p:grpSpPr>
          <a:xfrm>
            <a:off x="829310" y="1864324"/>
            <a:ext cx="9526339" cy="1315728"/>
            <a:chOff x="941558" y="1827522"/>
            <a:chExt cx="10602741" cy="1601478"/>
          </a:xfrm>
        </p:grpSpPr>
        <p:sp>
          <p:nvSpPr>
            <p:cNvPr id="85" name="모서리가 둥근 직사각형 4">
              <a:extLst>
                <a:ext uri="{FF2B5EF4-FFF2-40B4-BE49-F238E27FC236}">
                  <a16:creationId xmlns:a16="http://schemas.microsoft.com/office/drawing/2014/main" id="{BE509C06-33F9-0D6C-CA1F-8448488FB6BA}"/>
                </a:ext>
              </a:extLst>
            </p:cNvPr>
            <p:cNvSpPr/>
            <p:nvPr/>
          </p:nvSpPr>
          <p:spPr>
            <a:xfrm>
              <a:off x="941558" y="1827522"/>
              <a:ext cx="10602741" cy="1601477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86" name="모서리가 둥근 직사각형 4">
              <a:extLst>
                <a:ext uri="{FF2B5EF4-FFF2-40B4-BE49-F238E27FC236}">
                  <a16:creationId xmlns:a16="http://schemas.microsoft.com/office/drawing/2014/main" id="{12108CBE-BB29-4534-2977-C788136E348D}"/>
                </a:ext>
              </a:extLst>
            </p:cNvPr>
            <p:cNvSpPr/>
            <p:nvPr/>
          </p:nvSpPr>
          <p:spPr>
            <a:xfrm>
              <a:off x="948344" y="1827523"/>
              <a:ext cx="1705050" cy="1601477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ACA8EDC-74A9-F305-C714-E80FB7339E0E}"/>
              </a:ext>
            </a:extLst>
          </p:cNvPr>
          <p:cNvGrpSpPr/>
          <p:nvPr/>
        </p:nvGrpSpPr>
        <p:grpSpPr>
          <a:xfrm>
            <a:off x="829311" y="3381815"/>
            <a:ext cx="9526337" cy="1315727"/>
            <a:chOff x="941558" y="1827523"/>
            <a:chExt cx="10602741" cy="1601477"/>
          </a:xfrm>
        </p:grpSpPr>
        <p:sp>
          <p:nvSpPr>
            <p:cNvPr id="99" name="모서리가 둥근 직사각형 4">
              <a:extLst>
                <a:ext uri="{FF2B5EF4-FFF2-40B4-BE49-F238E27FC236}">
                  <a16:creationId xmlns:a16="http://schemas.microsoft.com/office/drawing/2014/main" id="{37C13637-6015-AAA3-6295-F595C88FB07B}"/>
                </a:ext>
              </a:extLst>
            </p:cNvPr>
            <p:cNvSpPr/>
            <p:nvPr/>
          </p:nvSpPr>
          <p:spPr>
            <a:xfrm>
              <a:off x="941558" y="1827523"/>
              <a:ext cx="10602741" cy="1601477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00" name="모서리가 둥근 직사각형 4">
              <a:extLst>
                <a:ext uri="{FF2B5EF4-FFF2-40B4-BE49-F238E27FC236}">
                  <a16:creationId xmlns:a16="http://schemas.microsoft.com/office/drawing/2014/main" id="{36BC821C-20C5-F344-BF00-1C423C195796}"/>
                </a:ext>
              </a:extLst>
            </p:cNvPr>
            <p:cNvSpPr/>
            <p:nvPr/>
          </p:nvSpPr>
          <p:spPr>
            <a:xfrm>
              <a:off x="948344" y="1827523"/>
              <a:ext cx="1705050" cy="1601477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5B6D483A-04EB-A0E7-C32D-8593E9EC497A}"/>
              </a:ext>
            </a:extLst>
          </p:cNvPr>
          <p:cNvGrpSpPr/>
          <p:nvPr/>
        </p:nvGrpSpPr>
        <p:grpSpPr>
          <a:xfrm>
            <a:off x="836214" y="4892931"/>
            <a:ext cx="9519433" cy="1315727"/>
            <a:chOff x="941558" y="1827523"/>
            <a:chExt cx="10602741" cy="1601477"/>
          </a:xfrm>
        </p:grpSpPr>
        <p:sp>
          <p:nvSpPr>
            <p:cNvPr id="104" name="모서리가 둥근 직사각형 4">
              <a:extLst>
                <a:ext uri="{FF2B5EF4-FFF2-40B4-BE49-F238E27FC236}">
                  <a16:creationId xmlns:a16="http://schemas.microsoft.com/office/drawing/2014/main" id="{484B1EA1-09D8-D6F9-081D-9A775E1CCD7F}"/>
                </a:ext>
              </a:extLst>
            </p:cNvPr>
            <p:cNvSpPr/>
            <p:nvPr/>
          </p:nvSpPr>
          <p:spPr>
            <a:xfrm>
              <a:off x="941558" y="1827523"/>
              <a:ext cx="10602741" cy="1601477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05" name="모서리가 둥근 직사각형 4">
              <a:extLst>
                <a:ext uri="{FF2B5EF4-FFF2-40B4-BE49-F238E27FC236}">
                  <a16:creationId xmlns:a16="http://schemas.microsoft.com/office/drawing/2014/main" id="{77792630-D6B8-CCAA-8F93-27CBFCCD14C8}"/>
                </a:ext>
              </a:extLst>
            </p:cNvPr>
            <p:cNvSpPr/>
            <p:nvPr/>
          </p:nvSpPr>
          <p:spPr>
            <a:xfrm>
              <a:off x="948344" y="1827523"/>
              <a:ext cx="1705050" cy="1601477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06" name="모서리가 둥근 직사각형 4">
            <a:extLst>
              <a:ext uri="{FF2B5EF4-FFF2-40B4-BE49-F238E27FC236}">
                <a16:creationId xmlns:a16="http://schemas.microsoft.com/office/drawing/2014/main" id="{9EBFB88A-1632-E248-67AA-D1E9C0B16057}"/>
              </a:ext>
            </a:extLst>
          </p:cNvPr>
          <p:cNvSpPr/>
          <p:nvPr/>
        </p:nvSpPr>
        <p:spPr>
          <a:xfrm>
            <a:off x="10546477" y="1716744"/>
            <a:ext cx="1069941" cy="4724133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사각형: 둥근 모서리 26">
            <a:extLst>
              <a:ext uri="{FF2B5EF4-FFF2-40B4-BE49-F238E27FC236}">
                <a16:creationId xmlns:a16="http://schemas.microsoft.com/office/drawing/2014/main" id="{D2542C75-A310-E3CF-4DE1-FE5C6DBA9A9F}"/>
              </a:ext>
            </a:extLst>
          </p:cNvPr>
          <p:cNvSpPr/>
          <p:nvPr/>
        </p:nvSpPr>
        <p:spPr>
          <a:xfrm>
            <a:off x="9466399" y="99445"/>
            <a:ext cx="2457450" cy="52104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prstClr val="white"/>
                </a:solidFill>
              </a:rPr>
              <a:t>1.</a:t>
            </a:r>
            <a:r>
              <a:rPr lang="ko-KR" altLang="en-US" sz="1200" b="1" dirty="0">
                <a:solidFill>
                  <a:prstClr val="white"/>
                </a:solidFill>
              </a:rPr>
              <a:t>전체 화면</a:t>
            </a:r>
          </a:p>
        </p:txBody>
      </p:sp>
    </p:spTree>
    <p:extLst>
      <p:ext uri="{BB962C8B-B14F-4D97-AF65-F5344CB8AC3E}">
        <p14:creationId xmlns:p14="http://schemas.microsoft.com/office/powerpoint/2010/main" val="78712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6929" y="-204107"/>
            <a:ext cx="12178141" cy="6858000"/>
            <a:chOff x="13858" y="0"/>
            <a:chExt cx="12178141" cy="6858000"/>
          </a:xfrm>
        </p:grpSpPr>
        <p:sp>
          <p:nvSpPr>
            <p:cNvPr id="7" name="모서리가 둥근 직사각형 4">
              <a:extLst>
                <a:ext uri="{FF2B5EF4-FFF2-40B4-BE49-F238E27FC236}">
                  <a16:creationId xmlns:a16="http://schemas.microsoft.com/office/drawing/2014/main" id="{313104EB-6B40-EAB0-156C-047965625EAB}"/>
                </a:ext>
              </a:extLst>
            </p:cNvPr>
            <p:cNvSpPr/>
            <p:nvPr/>
          </p:nvSpPr>
          <p:spPr>
            <a:xfrm>
              <a:off x="13858" y="0"/>
              <a:ext cx="12178141" cy="6858000"/>
            </a:xfrm>
            <a:prstGeom prst="roundRect">
              <a:avLst>
                <a:gd name="adj" fmla="val 3484"/>
              </a:avLst>
            </a:prstGeom>
            <a:solidFill>
              <a:srgbClr val="646C79"/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모서리가 둥근 직사각형 5">
              <a:extLst>
                <a:ext uri="{FF2B5EF4-FFF2-40B4-BE49-F238E27FC236}">
                  <a16:creationId xmlns:a16="http://schemas.microsoft.com/office/drawing/2014/main" id="{FE48B50B-F229-12E5-2CEA-0361300EEF8E}"/>
                </a:ext>
              </a:extLst>
            </p:cNvPr>
            <p:cNvSpPr/>
            <p:nvPr/>
          </p:nvSpPr>
          <p:spPr>
            <a:xfrm>
              <a:off x="275080" y="169164"/>
              <a:ext cx="11916919" cy="6688836"/>
            </a:xfrm>
            <a:prstGeom prst="roundRect">
              <a:avLst>
                <a:gd name="adj" fmla="val 3446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tlCol="0" anchor="t"/>
            <a:lstStyle/>
            <a:p>
              <a:pPr latinLnBrk="0">
                <a:lnSpc>
                  <a:spcPct val="150000"/>
                </a:lnSpc>
                <a:defRPr/>
              </a:pPr>
              <a:endParaRPr lang="ko-KR" altLang="en-US" sz="1600" dirty="0">
                <a:solidFill>
                  <a:srgbClr val="646C79"/>
                </a:solidFill>
              </a:endParaRP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BCEDDA-BD45-3BF8-BEDE-9C9852DEA195}"/>
              </a:ext>
            </a:extLst>
          </p:cNvPr>
          <p:cNvSpPr/>
          <p:nvPr/>
        </p:nvSpPr>
        <p:spPr>
          <a:xfrm>
            <a:off x="575582" y="164682"/>
            <a:ext cx="6226302" cy="44958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  <a:effectLst>
            <a:outerShdw blurRad="190500" dist="38100" dir="5400000" algn="t" rotWithShape="0">
              <a:srgbClr val="489BFB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>
              <a:tabLst>
                <a:tab pos="1524000" algn="l"/>
                <a:tab pos="2419350" algn="l"/>
              </a:tabLst>
              <a:defRPr/>
            </a:pPr>
            <a:r>
              <a:rPr lang="ko-KR" altLang="en-US" sz="2000" dirty="0">
                <a:solidFill>
                  <a:schemeClr val="bg1"/>
                </a:solidFill>
              </a:rPr>
              <a:t>화면 구성 및 레이아웃 설계 </a:t>
            </a:r>
            <a:r>
              <a:rPr lang="en-US" altLang="ko-KR" sz="700" dirty="0">
                <a:solidFill>
                  <a:schemeClr val="bg1"/>
                </a:solidFill>
              </a:rPr>
              <a:t>Price Navi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01137-666C-5FA9-BB1D-5FFFCAA624FD}"/>
              </a:ext>
            </a:extLst>
          </p:cNvPr>
          <p:cNvSpPr/>
          <p:nvPr/>
        </p:nvSpPr>
        <p:spPr>
          <a:xfrm>
            <a:off x="575582" y="823060"/>
            <a:ext cx="11348267" cy="5731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26">
            <a:extLst>
              <a:ext uri="{FF2B5EF4-FFF2-40B4-BE49-F238E27FC236}">
                <a16:creationId xmlns:a16="http://schemas.microsoft.com/office/drawing/2014/main" id="{D2542C75-A310-E3CF-4DE1-FE5C6DBA9A9F}"/>
              </a:ext>
            </a:extLst>
          </p:cNvPr>
          <p:cNvSpPr/>
          <p:nvPr/>
        </p:nvSpPr>
        <p:spPr>
          <a:xfrm>
            <a:off x="9466399" y="99445"/>
            <a:ext cx="2457450" cy="52104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prstClr val="white"/>
                </a:solidFill>
              </a:rPr>
              <a:t>1.</a:t>
            </a:r>
            <a:r>
              <a:rPr lang="ko-KR" altLang="en-US" sz="1200" b="1" dirty="0">
                <a:solidFill>
                  <a:prstClr val="white"/>
                </a:solidFill>
              </a:rPr>
              <a:t>전체 화면</a:t>
            </a:r>
          </a:p>
        </p:txBody>
      </p:sp>
      <p:sp>
        <p:nvSpPr>
          <p:cNvPr id="4" name="모서리가 둥근 직사각형 4">
            <a:extLst>
              <a:ext uri="{FF2B5EF4-FFF2-40B4-BE49-F238E27FC236}">
                <a16:creationId xmlns:a16="http://schemas.microsoft.com/office/drawing/2014/main" id="{40A7AAE0-858E-D837-9A70-207886924837}"/>
              </a:ext>
            </a:extLst>
          </p:cNvPr>
          <p:cNvSpPr/>
          <p:nvPr/>
        </p:nvSpPr>
        <p:spPr>
          <a:xfrm>
            <a:off x="775196" y="1619041"/>
            <a:ext cx="3840960" cy="460214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0EB63F53-B4C9-3211-E51A-F2C48E3933B4}"/>
              </a:ext>
            </a:extLst>
          </p:cNvPr>
          <p:cNvGrpSpPr/>
          <p:nvPr/>
        </p:nvGrpSpPr>
        <p:grpSpPr>
          <a:xfrm>
            <a:off x="4278607" y="1620438"/>
            <a:ext cx="337549" cy="373271"/>
            <a:chOff x="829310" y="702129"/>
            <a:chExt cx="828040" cy="791936"/>
          </a:xfrm>
        </p:grpSpPr>
        <p:sp>
          <p:nvSpPr>
            <p:cNvPr id="71" name="모서리가 둥근 직사각형 4">
              <a:extLst>
                <a:ext uri="{FF2B5EF4-FFF2-40B4-BE49-F238E27FC236}">
                  <a16:creationId xmlns:a16="http://schemas.microsoft.com/office/drawing/2014/main" id="{8F60EC01-71DF-49CD-6CA4-00A9C1E08F7B}"/>
                </a:ext>
              </a:extLst>
            </p:cNvPr>
            <p:cNvSpPr/>
            <p:nvPr/>
          </p:nvSpPr>
          <p:spPr>
            <a:xfrm>
              <a:off x="840921" y="702129"/>
              <a:ext cx="816429" cy="791936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61D0EFB3-D6D8-A4B4-AE53-0E89CFD800A4}"/>
                </a:ext>
              </a:extLst>
            </p:cNvPr>
            <p:cNvCxnSpPr/>
            <p:nvPr/>
          </p:nvCxnSpPr>
          <p:spPr>
            <a:xfrm flipV="1">
              <a:off x="829310" y="732470"/>
              <a:ext cx="828040" cy="7615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DF4C3B2F-9C1D-36AB-DE80-902C076C4AD6}"/>
                </a:ext>
              </a:extLst>
            </p:cNvPr>
            <p:cNvCxnSpPr/>
            <p:nvPr/>
          </p:nvCxnSpPr>
          <p:spPr>
            <a:xfrm>
              <a:off x="829310" y="702129"/>
              <a:ext cx="828040" cy="7889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1A7605B-342A-02D1-2FB5-4827A7D3A256}"/>
              </a:ext>
            </a:extLst>
          </p:cNvPr>
          <p:cNvSpPr/>
          <p:nvPr/>
        </p:nvSpPr>
        <p:spPr>
          <a:xfrm>
            <a:off x="775196" y="2006612"/>
            <a:ext cx="3840960" cy="4214573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6" name="모서리가 둥근 직사각형 4">
            <a:extLst>
              <a:ext uri="{FF2B5EF4-FFF2-40B4-BE49-F238E27FC236}">
                <a16:creationId xmlns:a16="http://schemas.microsoft.com/office/drawing/2014/main" id="{ED622625-499A-9DD2-2110-4F825626B2C7}"/>
              </a:ext>
            </a:extLst>
          </p:cNvPr>
          <p:cNvSpPr/>
          <p:nvPr/>
        </p:nvSpPr>
        <p:spPr>
          <a:xfrm>
            <a:off x="909113" y="2217044"/>
            <a:ext cx="3538268" cy="2881379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로그인</a:t>
            </a:r>
          </a:p>
        </p:txBody>
      </p:sp>
      <p:sp>
        <p:nvSpPr>
          <p:cNvPr id="11" name="모서리가 둥근 직사각형 4">
            <a:extLst>
              <a:ext uri="{FF2B5EF4-FFF2-40B4-BE49-F238E27FC236}">
                <a16:creationId xmlns:a16="http://schemas.microsoft.com/office/drawing/2014/main" id="{F364C913-7CA1-C469-6931-E14797FFD06C}"/>
              </a:ext>
            </a:extLst>
          </p:cNvPr>
          <p:cNvSpPr/>
          <p:nvPr/>
        </p:nvSpPr>
        <p:spPr>
          <a:xfrm>
            <a:off x="909113" y="5237562"/>
            <a:ext cx="3538268" cy="797378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prstClr val="white"/>
                </a:solidFill>
              </a:rPr>
              <a:t>회원가입</a:t>
            </a: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4" name="모서리가 둥근 직사각형 4">
            <a:extLst>
              <a:ext uri="{FF2B5EF4-FFF2-40B4-BE49-F238E27FC236}">
                <a16:creationId xmlns:a16="http://schemas.microsoft.com/office/drawing/2014/main" id="{0197A3F5-1D72-CFF3-190A-AEE5FADC655D}"/>
              </a:ext>
            </a:extLst>
          </p:cNvPr>
          <p:cNvSpPr/>
          <p:nvPr/>
        </p:nvSpPr>
        <p:spPr>
          <a:xfrm>
            <a:off x="7369218" y="1619040"/>
            <a:ext cx="3840960" cy="460214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E9959E2-028C-012F-9055-D44AFB2E6651}"/>
              </a:ext>
            </a:extLst>
          </p:cNvPr>
          <p:cNvGrpSpPr/>
          <p:nvPr/>
        </p:nvGrpSpPr>
        <p:grpSpPr>
          <a:xfrm>
            <a:off x="10872629" y="1620437"/>
            <a:ext cx="337549" cy="373271"/>
            <a:chOff x="829310" y="702129"/>
            <a:chExt cx="828040" cy="791936"/>
          </a:xfrm>
        </p:grpSpPr>
        <p:sp>
          <p:nvSpPr>
            <p:cNvPr id="16" name="모서리가 둥근 직사각형 4">
              <a:extLst>
                <a:ext uri="{FF2B5EF4-FFF2-40B4-BE49-F238E27FC236}">
                  <a16:creationId xmlns:a16="http://schemas.microsoft.com/office/drawing/2014/main" id="{CAA01113-0558-6874-2D90-56CBAF9EDDA2}"/>
                </a:ext>
              </a:extLst>
            </p:cNvPr>
            <p:cNvSpPr/>
            <p:nvPr/>
          </p:nvSpPr>
          <p:spPr>
            <a:xfrm>
              <a:off x="840921" y="702129"/>
              <a:ext cx="816429" cy="791936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2F0F3E2F-C23E-415D-C1B4-BE0BBAA3AB0D}"/>
                </a:ext>
              </a:extLst>
            </p:cNvPr>
            <p:cNvCxnSpPr/>
            <p:nvPr/>
          </p:nvCxnSpPr>
          <p:spPr>
            <a:xfrm flipV="1">
              <a:off x="829310" y="732470"/>
              <a:ext cx="828040" cy="7615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6C80B40-979E-230B-C0D7-B1937D4E163E}"/>
                </a:ext>
              </a:extLst>
            </p:cNvPr>
            <p:cNvCxnSpPr/>
            <p:nvPr/>
          </p:nvCxnSpPr>
          <p:spPr>
            <a:xfrm>
              <a:off x="829310" y="702129"/>
              <a:ext cx="828040" cy="7889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20" name="모서리가 둥근 직사각형 4">
            <a:extLst>
              <a:ext uri="{FF2B5EF4-FFF2-40B4-BE49-F238E27FC236}">
                <a16:creationId xmlns:a16="http://schemas.microsoft.com/office/drawing/2014/main" id="{6CB7F6B3-81EC-1A90-0AC7-71AA5FF9F7A4}"/>
              </a:ext>
            </a:extLst>
          </p:cNvPr>
          <p:cNvSpPr/>
          <p:nvPr/>
        </p:nvSpPr>
        <p:spPr>
          <a:xfrm>
            <a:off x="7364512" y="2006612"/>
            <a:ext cx="3840960" cy="4214573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1" name="모서리가 둥근 직사각형 4">
            <a:extLst>
              <a:ext uri="{FF2B5EF4-FFF2-40B4-BE49-F238E27FC236}">
                <a16:creationId xmlns:a16="http://schemas.microsoft.com/office/drawing/2014/main" id="{DF4A21D8-38DB-2B2A-B5BC-A9DC377B7480}"/>
              </a:ext>
            </a:extLst>
          </p:cNvPr>
          <p:cNvSpPr/>
          <p:nvPr/>
        </p:nvSpPr>
        <p:spPr>
          <a:xfrm>
            <a:off x="7515858" y="2155252"/>
            <a:ext cx="3538268" cy="2881379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프로필 정보</a:t>
            </a:r>
          </a:p>
        </p:txBody>
      </p:sp>
      <p:sp>
        <p:nvSpPr>
          <p:cNvPr id="22" name="모서리가 둥근 직사각형 4">
            <a:extLst>
              <a:ext uri="{FF2B5EF4-FFF2-40B4-BE49-F238E27FC236}">
                <a16:creationId xmlns:a16="http://schemas.microsoft.com/office/drawing/2014/main" id="{CDF75EEA-060C-3CED-961F-4A01EE0E1749}"/>
              </a:ext>
            </a:extLst>
          </p:cNvPr>
          <p:cNvSpPr/>
          <p:nvPr/>
        </p:nvSpPr>
        <p:spPr>
          <a:xfrm>
            <a:off x="7515858" y="5206243"/>
            <a:ext cx="3538268" cy="828697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로그아웃</a:t>
            </a:r>
          </a:p>
        </p:txBody>
      </p:sp>
    </p:spTree>
    <p:extLst>
      <p:ext uri="{BB962C8B-B14F-4D97-AF65-F5344CB8AC3E}">
        <p14:creationId xmlns:p14="http://schemas.microsoft.com/office/powerpoint/2010/main" val="1083125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6929" y="-204107"/>
            <a:ext cx="12178141" cy="6858000"/>
            <a:chOff x="13858" y="0"/>
            <a:chExt cx="12178141" cy="6858000"/>
          </a:xfrm>
        </p:grpSpPr>
        <p:sp>
          <p:nvSpPr>
            <p:cNvPr id="7" name="모서리가 둥근 직사각형 4">
              <a:extLst>
                <a:ext uri="{FF2B5EF4-FFF2-40B4-BE49-F238E27FC236}">
                  <a16:creationId xmlns:a16="http://schemas.microsoft.com/office/drawing/2014/main" id="{313104EB-6B40-EAB0-156C-047965625EAB}"/>
                </a:ext>
              </a:extLst>
            </p:cNvPr>
            <p:cNvSpPr/>
            <p:nvPr/>
          </p:nvSpPr>
          <p:spPr>
            <a:xfrm>
              <a:off x="13858" y="0"/>
              <a:ext cx="12178141" cy="6858000"/>
            </a:xfrm>
            <a:prstGeom prst="roundRect">
              <a:avLst>
                <a:gd name="adj" fmla="val 3484"/>
              </a:avLst>
            </a:prstGeom>
            <a:solidFill>
              <a:srgbClr val="646C79"/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모서리가 둥근 직사각형 5">
              <a:extLst>
                <a:ext uri="{FF2B5EF4-FFF2-40B4-BE49-F238E27FC236}">
                  <a16:creationId xmlns:a16="http://schemas.microsoft.com/office/drawing/2014/main" id="{FE48B50B-F229-12E5-2CEA-0361300EEF8E}"/>
                </a:ext>
              </a:extLst>
            </p:cNvPr>
            <p:cNvSpPr/>
            <p:nvPr/>
          </p:nvSpPr>
          <p:spPr>
            <a:xfrm>
              <a:off x="275080" y="169164"/>
              <a:ext cx="11916919" cy="6688836"/>
            </a:xfrm>
            <a:prstGeom prst="roundRect">
              <a:avLst>
                <a:gd name="adj" fmla="val 3446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tlCol="0" anchor="t"/>
            <a:lstStyle/>
            <a:p>
              <a:pPr latinLnBrk="0">
                <a:lnSpc>
                  <a:spcPct val="150000"/>
                </a:lnSpc>
                <a:defRPr/>
              </a:pPr>
              <a:endParaRPr lang="ko-KR" altLang="en-US" sz="1600" dirty="0">
                <a:solidFill>
                  <a:srgbClr val="646C79"/>
                </a:solidFill>
              </a:endParaRP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BCEDDA-BD45-3BF8-BEDE-9C9852DEA195}"/>
              </a:ext>
            </a:extLst>
          </p:cNvPr>
          <p:cNvSpPr/>
          <p:nvPr/>
        </p:nvSpPr>
        <p:spPr>
          <a:xfrm>
            <a:off x="575582" y="164682"/>
            <a:ext cx="6226302" cy="44958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  <a:effectLst>
            <a:outerShdw blurRad="190500" dist="38100" dir="5400000" algn="t" rotWithShape="0">
              <a:srgbClr val="489BFB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>
              <a:tabLst>
                <a:tab pos="1524000" algn="l"/>
                <a:tab pos="2419350" algn="l"/>
              </a:tabLst>
              <a:defRPr/>
            </a:pPr>
            <a:r>
              <a:rPr lang="ko-KR" altLang="en-US" sz="2000" dirty="0">
                <a:solidFill>
                  <a:schemeClr val="bg1"/>
                </a:solidFill>
              </a:rPr>
              <a:t>화면 구성 및 레이아웃 설계 </a:t>
            </a:r>
            <a:r>
              <a:rPr lang="en-US" altLang="ko-KR" sz="700" dirty="0">
                <a:solidFill>
                  <a:schemeClr val="bg1"/>
                </a:solidFill>
              </a:rPr>
              <a:t>Price Navi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01137-666C-5FA9-BB1D-5FFFCAA624FD}"/>
              </a:ext>
            </a:extLst>
          </p:cNvPr>
          <p:cNvSpPr/>
          <p:nvPr/>
        </p:nvSpPr>
        <p:spPr>
          <a:xfrm>
            <a:off x="575582" y="823060"/>
            <a:ext cx="11348267" cy="5731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26">
            <a:extLst>
              <a:ext uri="{FF2B5EF4-FFF2-40B4-BE49-F238E27FC236}">
                <a16:creationId xmlns:a16="http://schemas.microsoft.com/office/drawing/2014/main" id="{D2542C75-A310-E3CF-4DE1-FE5C6DBA9A9F}"/>
              </a:ext>
            </a:extLst>
          </p:cNvPr>
          <p:cNvSpPr/>
          <p:nvPr/>
        </p:nvSpPr>
        <p:spPr>
          <a:xfrm>
            <a:off x="9466399" y="99445"/>
            <a:ext cx="2457450" cy="52104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prstClr val="white"/>
                </a:solidFill>
              </a:rPr>
              <a:t>1.</a:t>
            </a:r>
            <a:r>
              <a:rPr lang="ko-KR" altLang="en-US" sz="1200" b="1" dirty="0">
                <a:solidFill>
                  <a:prstClr val="white"/>
                </a:solidFill>
              </a:rPr>
              <a:t>전체 화면</a:t>
            </a:r>
          </a:p>
        </p:txBody>
      </p:sp>
      <p:sp>
        <p:nvSpPr>
          <p:cNvPr id="4" name="모서리가 둥근 직사각형 4">
            <a:extLst>
              <a:ext uri="{FF2B5EF4-FFF2-40B4-BE49-F238E27FC236}">
                <a16:creationId xmlns:a16="http://schemas.microsoft.com/office/drawing/2014/main" id="{40A7AAE0-858E-D837-9A70-207886924837}"/>
              </a:ext>
            </a:extLst>
          </p:cNvPr>
          <p:cNvSpPr/>
          <p:nvPr/>
        </p:nvSpPr>
        <p:spPr>
          <a:xfrm>
            <a:off x="775196" y="1619041"/>
            <a:ext cx="3840960" cy="460214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0EB63F53-B4C9-3211-E51A-F2C48E3933B4}"/>
              </a:ext>
            </a:extLst>
          </p:cNvPr>
          <p:cNvGrpSpPr/>
          <p:nvPr/>
        </p:nvGrpSpPr>
        <p:grpSpPr>
          <a:xfrm>
            <a:off x="4278607" y="1620438"/>
            <a:ext cx="337549" cy="373271"/>
            <a:chOff x="829310" y="702129"/>
            <a:chExt cx="828040" cy="791936"/>
          </a:xfrm>
        </p:grpSpPr>
        <p:sp>
          <p:nvSpPr>
            <p:cNvPr id="71" name="모서리가 둥근 직사각형 4">
              <a:extLst>
                <a:ext uri="{FF2B5EF4-FFF2-40B4-BE49-F238E27FC236}">
                  <a16:creationId xmlns:a16="http://schemas.microsoft.com/office/drawing/2014/main" id="{8F60EC01-71DF-49CD-6CA4-00A9C1E08F7B}"/>
                </a:ext>
              </a:extLst>
            </p:cNvPr>
            <p:cNvSpPr/>
            <p:nvPr/>
          </p:nvSpPr>
          <p:spPr>
            <a:xfrm>
              <a:off x="840921" y="702129"/>
              <a:ext cx="816429" cy="791936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61D0EFB3-D6D8-A4B4-AE53-0E89CFD800A4}"/>
                </a:ext>
              </a:extLst>
            </p:cNvPr>
            <p:cNvCxnSpPr/>
            <p:nvPr/>
          </p:nvCxnSpPr>
          <p:spPr>
            <a:xfrm flipV="1">
              <a:off x="829310" y="732470"/>
              <a:ext cx="828040" cy="7615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DF4C3B2F-9C1D-36AB-DE80-902C076C4AD6}"/>
                </a:ext>
              </a:extLst>
            </p:cNvPr>
            <p:cNvCxnSpPr/>
            <p:nvPr/>
          </p:nvCxnSpPr>
          <p:spPr>
            <a:xfrm>
              <a:off x="829310" y="702129"/>
              <a:ext cx="828040" cy="7889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1A7605B-342A-02D1-2FB5-4827A7D3A256}"/>
              </a:ext>
            </a:extLst>
          </p:cNvPr>
          <p:cNvSpPr/>
          <p:nvPr/>
        </p:nvSpPr>
        <p:spPr>
          <a:xfrm>
            <a:off x="775196" y="2006612"/>
            <a:ext cx="3840960" cy="4214573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1" name="모서리가 둥근 직사각형 4">
            <a:extLst>
              <a:ext uri="{FF2B5EF4-FFF2-40B4-BE49-F238E27FC236}">
                <a16:creationId xmlns:a16="http://schemas.microsoft.com/office/drawing/2014/main" id="{F364C913-7CA1-C469-6931-E14797FFD06C}"/>
              </a:ext>
            </a:extLst>
          </p:cNvPr>
          <p:cNvSpPr/>
          <p:nvPr/>
        </p:nvSpPr>
        <p:spPr>
          <a:xfrm>
            <a:off x="909113" y="5237562"/>
            <a:ext cx="3538268" cy="797378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prstClr val="white"/>
                </a:solidFill>
              </a:rPr>
              <a:t>회원가입</a:t>
            </a: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4" name="모서리가 둥근 직사각형 4">
            <a:extLst>
              <a:ext uri="{FF2B5EF4-FFF2-40B4-BE49-F238E27FC236}">
                <a16:creationId xmlns:a16="http://schemas.microsoft.com/office/drawing/2014/main" id="{0197A3F5-1D72-CFF3-190A-AEE5FADC655D}"/>
              </a:ext>
            </a:extLst>
          </p:cNvPr>
          <p:cNvSpPr/>
          <p:nvPr/>
        </p:nvSpPr>
        <p:spPr>
          <a:xfrm>
            <a:off x="7369218" y="1619040"/>
            <a:ext cx="3840960" cy="460214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E9959E2-028C-012F-9055-D44AFB2E6651}"/>
              </a:ext>
            </a:extLst>
          </p:cNvPr>
          <p:cNvGrpSpPr/>
          <p:nvPr/>
        </p:nvGrpSpPr>
        <p:grpSpPr>
          <a:xfrm>
            <a:off x="10872629" y="1620437"/>
            <a:ext cx="337549" cy="373271"/>
            <a:chOff x="829310" y="702129"/>
            <a:chExt cx="828040" cy="791936"/>
          </a:xfrm>
        </p:grpSpPr>
        <p:sp>
          <p:nvSpPr>
            <p:cNvPr id="16" name="모서리가 둥근 직사각형 4">
              <a:extLst>
                <a:ext uri="{FF2B5EF4-FFF2-40B4-BE49-F238E27FC236}">
                  <a16:creationId xmlns:a16="http://schemas.microsoft.com/office/drawing/2014/main" id="{CAA01113-0558-6874-2D90-56CBAF9EDDA2}"/>
                </a:ext>
              </a:extLst>
            </p:cNvPr>
            <p:cNvSpPr/>
            <p:nvPr/>
          </p:nvSpPr>
          <p:spPr>
            <a:xfrm>
              <a:off x="840921" y="702129"/>
              <a:ext cx="816429" cy="791936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2F0F3E2F-C23E-415D-C1B4-BE0BBAA3AB0D}"/>
                </a:ext>
              </a:extLst>
            </p:cNvPr>
            <p:cNvCxnSpPr/>
            <p:nvPr/>
          </p:nvCxnSpPr>
          <p:spPr>
            <a:xfrm flipV="1">
              <a:off x="829310" y="732470"/>
              <a:ext cx="828040" cy="7615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D6C80B40-979E-230B-C0D7-B1937D4E163E}"/>
                </a:ext>
              </a:extLst>
            </p:cNvPr>
            <p:cNvCxnSpPr/>
            <p:nvPr/>
          </p:nvCxnSpPr>
          <p:spPr>
            <a:xfrm>
              <a:off x="829310" y="702129"/>
              <a:ext cx="828040" cy="7889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20" name="모서리가 둥근 직사각형 4">
            <a:extLst>
              <a:ext uri="{FF2B5EF4-FFF2-40B4-BE49-F238E27FC236}">
                <a16:creationId xmlns:a16="http://schemas.microsoft.com/office/drawing/2014/main" id="{6CB7F6B3-81EC-1A90-0AC7-71AA5FF9F7A4}"/>
              </a:ext>
            </a:extLst>
          </p:cNvPr>
          <p:cNvSpPr/>
          <p:nvPr/>
        </p:nvSpPr>
        <p:spPr>
          <a:xfrm>
            <a:off x="7364512" y="2006612"/>
            <a:ext cx="3840960" cy="4214573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1" name="모서리가 둥근 직사각형 4">
            <a:extLst>
              <a:ext uri="{FF2B5EF4-FFF2-40B4-BE49-F238E27FC236}">
                <a16:creationId xmlns:a16="http://schemas.microsoft.com/office/drawing/2014/main" id="{DF4A21D8-38DB-2B2A-B5BC-A9DC377B7480}"/>
              </a:ext>
            </a:extLst>
          </p:cNvPr>
          <p:cNvSpPr/>
          <p:nvPr/>
        </p:nvSpPr>
        <p:spPr>
          <a:xfrm>
            <a:off x="7515858" y="2155252"/>
            <a:ext cx="3538268" cy="2881379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프로필 정보</a:t>
            </a:r>
          </a:p>
        </p:txBody>
      </p:sp>
      <p:sp>
        <p:nvSpPr>
          <p:cNvPr id="22" name="모서리가 둥근 직사각형 4">
            <a:extLst>
              <a:ext uri="{FF2B5EF4-FFF2-40B4-BE49-F238E27FC236}">
                <a16:creationId xmlns:a16="http://schemas.microsoft.com/office/drawing/2014/main" id="{CDF75EEA-060C-3CED-961F-4A01EE0E1749}"/>
              </a:ext>
            </a:extLst>
          </p:cNvPr>
          <p:cNvSpPr/>
          <p:nvPr/>
        </p:nvSpPr>
        <p:spPr>
          <a:xfrm>
            <a:off x="7515858" y="5206243"/>
            <a:ext cx="3538268" cy="828697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로그아웃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31CBEE-07CA-B575-7F59-3F923612DE15}"/>
              </a:ext>
            </a:extLst>
          </p:cNvPr>
          <p:cNvSpPr/>
          <p:nvPr/>
        </p:nvSpPr>
        <p:spPr>
          <a:xfrm>
            <a:off x="1137873" y="2548571"/>
            <a:ext cx="3066733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C73D13-207D-970F-F57C-9F791A0BAF7E}"/>
              </a:ext>
            </a:extLst>
          </p:cNvPr>
          <p:cNvSpPr/>
          <p:nvPr/>
        </p:nvSpPr>
        <p:spPr>
          <a:xfrm>
            <a:off x="1137872" y="3138741"/>
            <a:ext cx="3066733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PW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ABFB8F-9322-688D-F699-0D9DE7BE639D}"/>
              </a:ext>
            </a:extLst>
          </p:cNvPr>
          <p:cNvSpPr/>
          <p:nvPr/>
        </p:nvSpPr>
        <p:spPr>
          <a:xfrm>
            <a:off x="1137871" y="4453944"/>
            <a:ext cx="3066733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Login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459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6929" y="-204107"/>
            <a:ext cx="12178141" cy="6858000"/>
            <a:chOff x="13858" y="0"/>
            <a:chExt cx="12178141" cy="6858000"/>
          </a:xfrm>
        </p:grpSpPr>
        <p:sp>
          <p:nvSpPr>
            <p:cNvPr id="7" name="모서리가 둥근 직사각형 4">
              <a:extLst>
                <a:ext uri="{FF2B5EF4-FFF2-40B4-BE49-F238E27FC236}">
                  <a16:creationId xmlns:a16="http://schemas.microsoft.com/office/drawing/2014/main" id="{313104EB-6B40-EAB0-156C-047965625EAB}"/>
                </a:ext>
              </a:extLst>
            </p:cNvPr>
            <p:cNvSpPr/>
            <p:nvPr/>
          </p:nvSpPr>
          <p:spPr>
            <a:xfrm>
              <a:off x="13858" y="0"/>
              <a:ext cx="12178141" cy="6858000"/>
            </a:xfrm>
            <a:prstGeom prst="roundRect">
              <a:avLst>
                <a:gd name="adj" fmla="val 3484"/>
              </a:avLst>
            </a:prstGeom>
            <a:solidFill>
              <a:srgbClr val="646C79"/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모서리가 둥근 직사각형 5">
              <a:extLst>
                <a:ext uri="{FF2B5EF4-FFF2-40B4-BE49-F238E27FC236}">
                  <a16:creationId xmlns:a16="http://schemas.microsoft.com/office/drawing/2014/main" id="{FE48B50B-F229-12E5-2CEA-0361300EEF8E}"/>
                </a:ext>
              </a:extLst>
            </p:cNvPr>
            <p:cNvSpPr/>
            <p:nvPr/>
          </p:nvSpPr>
          <p:spPr>
            <a:xfrm>
              <a:off x="275080" y="169164"/>
              <a:ext cx="11916919" cy="6688836"/>
            </a:xfrm>
            <a:prstGeom prst="roundRect">
              <a:avLst>
                <a:gd name="adj" fmla="val 3446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tlCol="0" anchor="t"/>
            <a:lstStyle/>
            <a:p>
              <a:pPr latinLnBrk="0">
                <a:lnSpc>
                  <a:spcPct val="150000"/>
                </a:lnSpc>
                <a:defRPr/>
              </a:pPr>
              <a:endParaRPr lang="ko-KR" altLang="en-US" sz="1600" dirty="0">
                <a:solidFill>
                  <a:srgbClr val="646C79"/>
                </a:solidFill>
              </a:endParaRP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BCEDDA-BD45-3BF8-BEDE-9C9852DEA195}"/>
              </a:ext>
            </a:extLst>
          </p:cNvPr>
          <p:cNvSpPr/>
          <p:nvPr/>
        </p:nvSpPr>
        <p:spPr>
          <a:xfrm>
            <a:off x="575582" y="164682"/>
            <a:ext cx="6226302" cy="44958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  <a:effectLst>
            <a:outerShdw blurRad="190500" dist="38100" dir="5400000" algn="t" rotWithShape="0">
              <a:srgbClr val="489BFB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>
              <a:tabLst>
                <a:tab pos="1524000" algn="l"/>
                <a:tab pos="2419350" algn="l"/>
              </a:tabLst>
              <a:defRPr/>
            </a:pPr>
            <a:r>
              <a:rPr lang="ko-KR" altLang="en-US" sz="2000" dirty="0">
                <a:solidFill>
                  <a:schemeClr val="bg1"/>
                </a:solidFill>
              </a:rPr>
              <a:t>화면 구성 및 레이아웃 설계 </a:t>
            </a:r>
            <a:r>
              <a:rPr lang="en-US" altLang="ko-KR" sz="700" dirty="0">
                <a:solidFill>
                  <a:schemeClr val="bg1"/>
                </a:solidFill>
              </a:rPr>
              <a:t>Price Navi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01137-666C-5FA9-BB1D-5FFFCAA624FD}"/>
              </a:ext>
            </a:extLst>
          </p:cNvPr>
          <p:cNvSpPr/>
          <p:nvPr/>
        </p:nvSpPr>
        <p:spPr>
          <a:xfrm>
            <a:off x="563969" y="709550"/>
            <a:ext cx="11348267" cy="5731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26">
            <a:extLst>
              <a:ext uri="{FF2B5EF4-FFF2-40B4-BE49-F238E27FC236}">
                <a16:creationId xmlns:a16="http://schemas.microsoft.com/office/drawing/2014/main" id="{D2542C75-A310-E3CF-4DE1-FE5C6DBA9A9F}"/>
              </a:ext>
            </a:extLst>
          </p:cNvPr>
          <p:cNvSpPr/>
          <p:nvPr/>
        </p:nvSpPr>
        <p:spPr>
          <a:xfrm>
            <a:off x="9466399" y="99445"/>
            <a:ext cx="2457450" cy="52104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prstClr val="white"/>
                </a:solidFill>
              </a:rPr>
              <a:t>1.</a:t>
            </a:r>
            <a:r>
              <a:rPr lang="ko-KR" altLang="en-US" sz="1200" b="1" dirty="0">
                <a:solidFill>
                  <a:prstClr val="white"/>
                </a:solidFill>
              </a:rPr>
              <a:t>검색 필터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3DE1195-33B9-7FD6-C8D8-CF1BA1E7DAF1}"/>
              </a:ext>
            </a:extLst>
          </p:cNvPr>
          <p:cNvSpPr/>
          <p:nvPr/>
        </p:nvSpPr>
        <p:spPr>
          <a:xfrm>
            <a:off x="829311" y="908749"/>
            <a:ext cx="9526338" cy="5239702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8B7DF80-94E6-0782-3ED2-9A4977C193F7}"/>
              </a:ext>
            </a:extLst>
          </p:cNvPr>
          <p:cNvGrpSpPr/>
          <p:nvPr/>
        </p:nvGrpSpPr>
        <p:grpSpPr>
          <a:xfrm>
            <a:off x="9268030" y="1364978"/>
            <a:ext cx="396737" cy="366691"/>
            <a:chOff x="829310" y="702129"/>
            <a:chExt cx="828040" cy="791936"/>
          </a:xfrm>
        </p:grpSpPr>
        <p:sp>
          <p:nvSpPr>
            <p:cNvPr id="6" name="모서리가 둥근 직사각형 4">
              <a:extLst>
                <a:ext uri="{FF2B5EF4-FFF2-40B4-BE49-F238E27FC236}">
                  <a16:creationId xmlns:a16="http://schemas.microsoft.com/office/drawing/2014/main" id="{B4A94281-3F1C-088F-EF44-80829691F9C5}"/>
                </a:ext>
              </a:extLst>
            </p:cNvPr>
            <p:cNvSpPr/>
            <p:nvPr/>
          </p:nvSpPr>
          <p:spPr>
            <a:xfrm>
              <a:off x="840921" y="702129"/>
              <a:ext cx="816429" cy="791936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C9327063-6912-5952-1D0F-882D4C09F3F4}"/>
                </a:ext>
              </a:extLst>
            </p:cNvPr>
            <p:cNvCxnSpPr/>
            <p:nvPr/>
          </p:nvCxnSpPr>
          <p:spPr>
            <a:xfrm flipV="1">
              <a:off x="829310" y="732470"/>
              <a:ext cx="828040" cy="7615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274382E-3BDE-34CA-0376-47DB488C9F76}"/>
                </a:ext>
              </a:extLst>
            </p:cNvPr>
            <p:cNvCxnSpPr/>
            <p:nvPr/>
          </p:nvCxnSpPr>
          <p:spPr>
            <a:xfrm>
              <a:off x="829310" y="702129"/>
              <a:ext cx="828040" cy="7889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13" name="모서리가 둥근 직사각형 4">
            <a:extLst>
              <a:ext uri="{FF2B5EF4-FFF2-40B4-BE49-F238E27FC236}">
                <a16:creationId xmlns:a16="http://schemas.microsoft.com/office/drawing/2014/main" id="{7AB4001B-F51C-4F39-47FB-67A3DC72CD4B}"/>
              </a:ext>
            </a:extLst>
          </p:cNvPr>
          <p:cNvSpPr/>
          <p:nvPr/>
        </p:nvSpPr>
        <p:spPr>
          <a:xfrm>
            <a:off x="1526721" y="1358755"/>
            <a:ext cx="7741309" cy="371542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prstClr val="white"/>
                </a:solidFill>
              </a:rPr>
              <a:t>검색바</a:t>
            </a: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4" name="모서리가 둥근 직사각형 4">
            <a:extLst>
              <a:ext uri="{FF2B5EF4-FFF2-40B4-BE49-F238E27FC236}">
                <a16:creationId xmlns:a16="http://schemas.microsoft.com/office/drawing/2014/main" id="{82E75AB6-8CF4-B93F-A575-3AFCF72F21A1}"/>
              </a:ext>
            </a:extLst>
          </p:cNvPr>
          <p:cNvSpPr/>
          <p:nvPr/>
        </p:nvSpPr>
        <p:spPr>
          <a:xfrm>
            <a:off x="1523456" y="1723139"/>
            <a:ext cx="8138046" cy="352643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검색이력</a:t>
            </a:r>
          </a:p>
        </p:txBody>
      </p:sp>
      <p:sp>
        <p:nvSpPr>
          <p:cNvPr id="15" name="모서리가 둥근 직사각형 4">
            <a:extLst>
              <a:ext uri="{FF2B5EF4-FFF2-40B4-BE49-F238E27FC236}">
                <a16:creationId xmlns:a16="http://schemas.microsoft.com/office/drawing/2014/main" id="{A4D044EF-A2A1-3F72-302B-2086E8029922}"/>
              </a:ext>
            </a:extLst>
          </p:cNvPr>
          <p:cNvSpPr/>
          <p:nvPr/>
        </p:nvSpPr>
        <p:spPr>
          <a:xfrm>
            <a:off x="1523456" y="2419894"/>
            <a:ext cx="8138046" cy="331143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0EB63F53-B4C9-3211-E51A-F2C48E3933B4}"/>
              </a:ext>
            </a:extLst>
          </p:cNvPr>
          <p:cNvGrpSpPr/>
          <p:nvPr/>
        </p:nvGrpSpPr>
        <p:grpSpPr>
          <a:xfrm>
            <a:off x="10018100" y="910145"/>
            <a:ext cx="337549" cy="373271"/>
            <a:chOff x="829310" y="702129"/>
            <a:chExt cx="828040" cy="791936"/>
          </a:xfrm>
        </p:grpSpPr>
        <p:sp>
          <p:nvSpPr>
            <p:cNvPr id="71" name="모서리가 둥근 직사각형 4">
              <a:extLst>
                <a:ext uri="{FF2B5EF4-FFF2-40B4-BE49-F238E27FC236}">
                  <a16:creationId xmlns:a16="http://schemas.microsoft.com/office/drawing/2014/main" id="{8F60EC01-71DF-49CD-6CA4-00A9C1E08F7B}"/>
                </a:ext>
              </a:extLst>
            </p:cNvPr>
            <p:cNvSpPr/>
            <p:nvPr/>
          </p:nvSpPr>
          <p:spPr>
            <a:xfrm>
              <a:off x="840921" y="702129"/>
              <a:ext cx="816429" cy="791936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61D0EFB3-D6D8-A4B4-AE53-0E89CFD800A4}"/>
                </a:ext>
              </a:extLst>
            </p:cNvPr>
            <p:cNvCxnSpPr/>
            <p:nvPr/>
          </p:nvCxnSpPr>
          <p:spPr>
            <a:xfrm flipV="1">
              <a:off x="829310" y="732470"/>
              <a:ext cx="828040" cy="7615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DF4C3B2F-9C1D-36AB-DE80-902C076C4AD6}"/>
                </a:ext>
              </a:extLst>
            </p:cNvPr>
            <p:cNvCxnSpPr/>
            <p:nvPr/>
          </p:nvCxnSpPr>
          <p:spPr>
            <a:xfrm>
              <a:off x="829310" y="702129"/>
              <a:ext cx="828040" cy="788973"/>
            </a:xfrm>
            <a:prstGeom prst="lin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30" name="모서리가 둥근 직사각형 4">
            <a:extLst>
              <a:ext uri="{FF2B5EF4-FFF2-40B4-BE49-F238E27FC236}">
                <a16:creationId xmlns:a16="http://schemas.microsoft.com/office/drawing/2014/main" id="{40DF4B55-69C7-D499-9176-35097211E2E9}"/>
              </a:ext>
            </a:extLst>
          </p:cNvPr>
          <p:cNvSpPr/>
          <p:nvPr/>
        </p:nvSpPr>
        <p:spPr>
          <a:xfrm>
            <a:off x="1690288" y="2612377"/>
            <a:ext cx="1155486" cy="2947502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카테고리</a:t>
            </a:r>
            <a:r>
              <a:rPr lang="en-US" altLang="ko-KR" dirty="0">
                <a:solidFill>
                  <a:prstClr val="white"/>
                </a:solidFill>
              </a:rPr>
              <a:t>1</a:t>
            </a: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31" name="모서리가 둥근 직사각형 4">
            <a:extLst>
              <a:ext uri="{FF2B5EF4-FFF2-40B4-BE49-F238E27FC236}">
                <a16:creationId xmlns:a16="http://schemas.microsoft.com/office/drawing/2014/main" id="{114FDBAA-075C-5B63-A07E-3DE7E1910585}"/>
              </a:ext>
            </a:extLst>
          </p:cNvPr>
          <p:cNvSpPr/>
          <p:nvPr/>
        </p:nvSpPr>
        <p:spPr>
          <a:xfrm>
            <a:off x="5820541" y="2411082"/>
            <a:ext cx="3840961" cy="331143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34" name="모서리가 둥근 직사각형 4">
            <a:extLst>
              <a:ext uri="{FF2B5EF4-FFF2-40B4-BE49-F238E27FC236}">
                <a16:creationId xmlns:a16="http://schemas.microsoft.com/office/drawing/2014/main" id="{AA390A47-C90F-D769-9EB3-AA5D66187826}"/>
              </a:ext>
            </a:extLst>
          </p:cNvPr>
          <p:cNvSpPr/>
          <p:nvPr/>
        </p:nvSpPr>
        <p:spPr>
          <a:xfrm>
            <a:off x="3047797" y="2612377"/>
            <a:ext cx="1155486" cy="2947502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카테고리</a:t>
            </a:r>
            <a:r>
              <a:rPr lang="en-US" altLang="ko-KR" dirty="0">
                <a:solidFill>
                  <a:prstClr val="white"/>
                </a:solidFill>
              </a:rPr>
              <a:t>2</a:t>
            </a: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35" name="모서리가 둥근 직사각형 4">
            <a:extLst>
              <a:ext uri="{FF2B5EF4-FFF2-40B4-BE49-F238E27FC236}">
                <a16:creationId xmlns:a16="http://schemas.microsoft.com/office/drawing/2014/main" id="{689411AA-114C-F765-238D-DF7661DBF495}"/>
              </a:ext>
            </a:extLst>
          </p:cNvPr>
          <p:cNvSpPr/>
          <p:nvPr/>
        </p:nvSpPr>
        <p:spPr>
          <a:xfrm>
            <a:off x="4379340" y="2639573"/>
            <a:ext cx="1155486" cy="2947502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카테고리</a:t>
            </a:r>
            <a:r>
              <a:rPr lang="en-US" altLang="ko-KR" dirty="0">
                <a:solidFill>
                  <a:prstClr val="white"/>
                </a:solidFill>
              </a:rPr>
              <a:t>3</a:t>
            </a: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42" name="모서리가 둥근 직사각형 4">
            <a:extLst>
              <a:ext uri="{FF2B5EF4-FFF2-40B4-BE49-F238E27FC236}">
                <a16:creationId xmlns:a16="http://schemas.microsoft.com/office/drawing/2014/main" id="{39E0A37F-8BA8-6710-E910-C1D6F3E51E9A}"/>
              </a:ext>
            </a:extLst>
          </p:cNvPr>
          <p:cNvSpPr/>
          <p:nvPr/>
        </p:nvSpPr>
        <p:spPr>
          <a:xfrm>
            <a:off x="6095998" y="2593048"/>
            <a:ext cx="3268437" cy="721652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금액 필터</a:t>
            </a:r>
          </a:p>
        </p:txBody>
      </p:sp>
    </p:spTree>
    <p:extLst>
      <p:ext uri="{BB962C8B-B14F-4D97-AF65-F5344CB8AC3E}">
        <p14:creationId xmlns:p14="http://schemas.microsoft.com/office/powerpoint/2010/main" val="677152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6929" y="-204107"/>
            <a:ext cx="12178141" cy="6858000"/>
            <a:chOff x="13858" y="0"/>
            <a:chExt cx="12178141" cy="6858000"/>
          </a:xfrm>
        </p:grpSpPr>
        <p:sp>
          <p:nvSpPr>
            <p:cNvPr id="7" name="모서리가 둥근 직사각형 4">
              <a:extLst>
                <a:ext uri="{FF2B5EF4-FFF2-40B4-BE49-F238E27FC236}">
                  <a16:creationId xmlns:a16="http://schemas.microsoft.com/office/drawing/2014/main" id="{313104EB-6B40-EAB0-156C-047965625EAB}"/>
                </a:ext>
              </a:extLst>
            </p:cNvPr>
            <p:cNvSpPr/>
            <p:nvPr/>
          </p:nvSpPr>
          <p:spPr>
            <a:xfrm>
              <a:off x="13858" y="0"/>
              <a:ext cx="12178141" cy="6858000"/>
            </a:xfrm>
            <a:prstGeom prst="roundRect">
              <a:avLst>
                <a:gd name="adj" fmla="val 3484"/>
              </a:avLst>
            </a:prstGeom>
            <a:solidFill>
              <a:srgbClr val="646C79"/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모서리가 둥근 직사각형 5">
              <a:extLst>
                <a:ext uri="{FF2B5EF4-FFF2-40B4-BE49-F238E27FC236}">
                  <a16:creationId xmlns:a16="http://schemas.microsoft.com/office/drawing/2014/main" id="{FE48B50B-F229-12E5-2CEA-0361300EEF8E}"/>
                </a:ext>
              </a:extLst>
            </p:cNvPr>
            <p:cNvSpPr/>
            <p:nvPr/>
          </p:nvSpPr>
          <p:spPr>
            <a:xfrm>
              <a:off x="275080" y="169164"/>
              <a:ext cx="11916919" cy="6688836"/>
            </a:xfrm>
            <a:prstGeom prst="roundRect">
              <a:avLst>
                <a:gd name="adj" fmla="val 3446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tlCol="0" anchor="t"/>
            <a:lstStyle/>
            <a:p>
              <a:pPr latinLnBrk="0">
                <a:lnSpc>
                  <a:spcPct val="150000"/>
                </a:lnSpc>
                <a:defRPr/>
              </a:pPr>
              <a:endParaRPr lang="ko-KR" altLang="en-US" sz="1600" dirty="0">
                <a:solidFill>
                  <a:srgbClr val="646C79"/>
                </a:solidFill>
              </a:endParaRP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BCEDDA-BD45-3BF8-BEDE-9C9852DEA195}"/>
              </a:ext>
            </a:extLst>
          </p:cNvPr>
          <p:cNvSpPr/>
          <p:nvPr/>
        </p:nvSpPr>
        <p:spPr>
          <a:xfrm>
            <a:off x="575582" y="164682"/>
            <a:ext cx="6226302" cy="44958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  <a:effectLst>
            <a:outerShdw blurRad="190500" dist="38100" dir="5400000" algn="t" rotWithShape="0">
              <a:srgbClr val="489BFB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>
              <a:tabLst>
                <a:tab pos="1524000" algn="l"/>
                <a:tab pos="2419350" algn="l"/>
              </a:tabLst>
              <a:defRPr/>
            </a:pPr>
            <a:r>
              <a:rPr lang="ko-KR" altLang="en-US" sz="2000" dirty="0">
                <a:solidFill>
                  <a:schemeClr val="bg1"/>
                </a:solidFill>
              </a:rPr>
              <a:t>화면 구성 및 레이아웃 설계 </a:t>
            </a:r>
            <a:r>
              <a:rPr lang="en-US" altLang="ko-KR" sz="700" dirty="0">
                <a:solidFill>
                  <a:schemeClr val="bg1"/>
                </a:solidFill>
              </a:rPr>
              <a:t>Price Navi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01137-666C-5FA9-BB1D-5FFFCAA624FD}"/>
              </a:ext>
            </a:extLst>
          </p:cNvPr>
          <p:cNvSpPr/>
          <p:nvPr/>
        </p:nvSpPr>
        <p:spPr>
          <a:xfrm>
            <a:off x="552476" y="754873"/>
            <a:ext cx="11348267" cy="5731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26">
            <a:extLst>
              <a:ext uri="{FF2B5EF4-FFF2-40B4-BE49-F238E27FC236}">
                <a16:creationId xmlns:a16="http://schemas.microsoft.com/office/drawing/2014/main" id="{D2542C75-A310-E3CF-4DE1-FE5C6DBA9A9F}"/>
              </a:ext>
            </a:extLst>
          </p:cNvPr>
          <p:cNvSpPr/>
          <p:nvPr/>
        </p:nvSpPr>
        <p:spPr>
          <a:xfrm>
            <a:off x="9466399" y="99445"/>
            <a:ext cx="2457450" cy="52104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prstClr val="white"/>
                </a:solidFill>
              </a:rPr>
              <a:t>1.</a:t>
            </a:r>
            <a:r>
              <a:rPr lang="ko-KR" altLang="en-US" sz="1200" b="1" dirty="0">
                <a:solidFill>
                  <a:prstClr val="white"/>
                </a:solidFill>
              </a:rPr>
              <a:t>글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6F54897-7D52-C75C-6B0D-7B0BDB2ACEF7}"/>
              </a:ext>
            </a:extLst>
          </p:cNvPr>
          <p:cNvGrpSpPr/>
          <p:nvPr/>
        </p:nvGrpSpPr>
        <p:grpSpPr>
          <a:xfrm>
            <a:off x="1555932" y="2976138"/>
            <a:ext cx="9534246" cy="1315728"/>
            <a:chOff x="1555932" y="2976138"/>
            <a:chExt cx="9534246" cy="1315728"/>
          </a:xfrm>
        </p:grpSpPr>
        <p:sp>
          <p:nvSpPr>
            <p:cNvPr id="41" name="모서리가 둥근 직사각형 4">
              <a:extLst>
                <a:ext uri="{FF2B5EF4-FFF2-40B4-BE49-F238E27FC236}">
                  <a16:creationId xmlns:a16="http://schemas.microsoft.com/office/drawing/2014/main" id="{FC70747B-FB03-9D6A-9905-887847576ECE}"/>
                </a:ext>
              </a:extLst>
            </p:cNvPr>
            <p:cNvSpPr/>
            <p:nvPr/>
          </p:nvSpPr>
          <p:spPr>
            <a:xfrm>
              <a:off x="3541375" y="3435268"/>
              <a:ext cx="3775235" cy="845905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ECCD59DD-037F-CC6A-6AD1-A406EFDAE08A}"/>
                </a:ext>
              </a:extLst>
            </p:cNvPr>
            <p:cNvGrpSpPr/>
            <p:nvPr/>
          </p:nvGrpSpPr>
          <p:grpSpPr>
            <a:xfrm>
              <a:off x="1555932" y="2976138"/>
              <a:ext cx="9526339" cy="1315728"/>
              <a:chOff x="941558" y="1827522"/>
              <a:chExt cx="10602741" cy="1601478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43072242-97DA-CEBC-80FB-83A4B6B4A2EC}"/>
                  </a:ext>
                </a:extLst>
              </p:cNvPr>
              <p:cNvSpPr/>
              <p:nvPr/>
            </p:nvSpPr>
            <p:spPr>
              <a:xfrm>
                <a:off x="941558" y="1827522"/>
                <a:ext cx="10602741" cy="1601477"/>
              </a:xfrm>
              <a:prstGeom prst="rect">
                <a:avLst/>
              </a:prstGeom>
              <a:solidFill>
                <a:schemeClr val="tx1">
                  <a:alpha val="18000"/>
                </a:schemeClr>
              </a:solidFill>
              <a:ln>
                <a:noFill/>
              </a:ln>
              <a:effectLst>
                <a:outerShdw blurRad="2286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6" name="모서리가 둥근 직사각형 4">
                <a:extLst>
                  <a:ext uri="{FF2B5EF4-FFF2-40B4-BE49-F238E27FC236}">
                    <a16:creationId xmlns:a16="http://schemas.microsoft.com/office/drawing/2014/main" id="{818643AF-6F4F-AA67-060E-8CAB979F0B3A}"/>
                  </a:ext>
                </a:extLst>
              </p:cNvPr>
              <p:cNvSpPr/>
              <p:nvPr/>
            </p:nvSpPr>
            <p:spPr>
              <a:xfrm>
                <a:off x="948344" y="1827523"/>
                <a:ext cx="1705050" cy="1601477"/>
              </a:xfrm>
              <a:prstGeom prst="rect">
                <a:avLst/>
              </a:prstGeom>
              <a:solidFill>
                <a:schemeClr val="tx1">
                  <a:alpha val="18000"/>
                </a:schemeClr>
              </a:solidFill>
              <a:ln>
                <a:noFill/>
              </a:ln>
              <a:effectLst>
                <a:outerShdw blurRad="2286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prstClr val="white"/>
                    </a:solidFill>
                  </a:rPr>
                  <a:t>상품 이미지</a:t>
                </a:r>
              </a:p>
            </p:txBody>
          </p:sp>
        </p:grpSp>
        <p:sp>
          <p:nvSpPr>
            <p:cNvPr id="16" name="모서리가 둥근 직사각형 4">
              <a:extLst>
                <a:ext uri="{FF2B5EF4-FFF2-40B4-BE49-F238E27FC236}">
                  <a16:creationId xmlns:a16="http://schemas.microsoft.com/office/drawing/2014/main" id="{F13AB32B-BCF7-3136-6389-D4877EEC42AC}"/>
                </a:ext>
              </a:extLst>
            </p:cNvPr>
            <p:cNvSpPr/>
            <p:nvPr/>
          </p:nvSpPr>
          <p:spPr>
            <a:xfrm>
              <a:off x="3535136" y="2976138"/>
              <a:ext cx="7547135" cy="1315727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1" name="모서리가 둥근 직사각형 4">
              <a:extLst>
                <a:ext uri="{FF2B5EF4-FFF2-40B4-BE49-F238E27FC236}">
                  <a16:creationId xmlns:a16="http://schemas.microsoft.com/office/drawing/2014/main" id="{0B515A7D-4165-406D-0EEC-F344C710F9A6}"/>
                </a:ext>
              </a:extLst>
            </p:cNvPr>
            <p:cNvSpPr/>
            <p:nvPr/>
          </p:nvSpPr>
          <p:spPr>
            <a:xfrm>
              <a:off x="3550950" y="2976139"/>
              <a:ext cx="7531321" cy="452862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2" name="모서리가 둥근 직사각형 4">
              <a:extLst>
                <a:ext uri="{FF2B5EF4-FFF2-40B4-BE49-F238E27FC236}">
                  <a16:creationId xmlns:a16="http://schemas.microsoft.com/office/drawing/2014/main" id="{9C628D7C-DEB7-949E-A745-7D3686C25732}"/>
                </a:ext>
              </a:extLst>
            </p:cNvPr>
            <p:cNvSpPr/>
            <p:nvPr/>
          </p:nvSpPr>
          <p:spPr>
            <a:xfrm>
              <a:off x="3535136" y="2984303"/>
              <a:ext cx="5441260" cy="224262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prstClr val="white"/>
                  </a:solidFill>
                </a:rPr>
                <a:t>카테고리 분류</a:t>
              </a:r>
            </a:p>
          </p:txBody>
        </p:sp>
        <p:sp>
          <p:nvSpPr>
            <p:cNvPr id="26" name="모서리가 둥근 직사각형 4">
              <a:extLst>
                <a:ext uri="{FF2B5EF4-FFF2-40B4-BE49-F238E27FC236}">
                  <a16:creationId xmlns:a16="http://schemas.microsoft.com/office/drawing/2014/main" id="{63F72233-0BBE-9D8E-0055-FDDBE84B70CA}"/>
                </a:ext>
              </a:extLst>
            </p:cNvPr>
            <p:cNvSpPr/>
            <p:nvPr/>
          </p:nvSpPr>
          <p:spPr>
            <a:xfrm>
              <a:off x="3535135" y="3197344"/>
              <a:ext cx="7531321" cy="224262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prstClr val="white"/>
                  </a:solidFill>
                </a:rPr>
                <a:t>상품명</a:t>
              </a:r>
            </a:p>
          </p:txBody>
        </p:sp>
        <p:sp>
          <p:nvSpPr>
            <p:cNvPr id="30" name="모서리가 둥근 직사각형 4">
              <a:extLst>
                <a:ext uri="{FF2B5EF4-FFF2-40B4-BE49-F238E27FC236}">
                  <a16:creationId xmlns:a16="http://schemas.microsoft.com/office/drawing/2014/main" id="{DBD54806-4DA6-EA32-8F61-2CB75A19173A}"/>
                </a:ext>
              </a:extLst>
            </p:cNvPr>
            <p:cNvSpPr/>
            <p:nvPr/>
          </p:nvSpPr>
          <p:spPr>
            <a:xfrm>
              <a:off x="8960582" y="2984303"/>
              <a:ext cx="2129596" cy="224262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31" name="모서리가 둥근 직사각형 4">
              <a:extLst>
                <a:ext uri="{FF2B5EF4-FFF2-40B4-BE49-F238E27FC236}">
                  <a16:creationId xmlns:a16="http://schemas.microsoft.com/office/drawing/2014/main" id="{283F4832-5684-1AB5-0E2E-3D90CA2A6FBD}"/>
                </a:ext>
              </a:extLst>
            </p:cNvPr>
            <p:cNvSpPr/>
            <p:nvPr/>
          </p:nvSpPr>
          <p:spPr>
            <a:xfrm>
              <a:off x="3550950" y="3844558"/>
              <a:ext cx="1932242" cy="422132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prstClr val="white"/>
                  </a:solidFill>
                </a:rPr>
                <a:t>추천 수</a:t>
              </a:r>
            </a:p>
          </p:txBody>
        </p:sp>
        <p:sp>
          <p:nvSpPr>
            <p:cNvPr id="32" name="모서리가 둥근 직사각형 4">
              <a:extLst>
                <a:ext uri="{FF2B5EF4-FFF2-40B4-BE49-F238E27FC236}">
                  <a16:creationId xmlns:a16="http://schemas.microsoft.com/office/drawing/2014/main" id="{CFD7BB16-3162-EFD3-56F0-E979C7FE6188}"/>
                </a:ext>
              </a:extLst>
            </p:cNvPr>
            <p:cNvSpPr/>
            <p:nvPr/>
          </p:nvSpPr>
          <p:spPr>
            <a:xfrm>
              <a:off x="5483192" y="3860116"/>
              <a:ext cx="1841327" cy="422132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prstClr val="white"/>
                  </a:solidFill>
                </a:rPr>
                <a:t>조회 수</a:t>
              </a:r>
            </a:p>
          </p:txBody>
        </p:sp>
        <p:sp>
          <p:nvSpPr>
            <p:cNvPr id="37" name="모서리가 둥근 직사각형 4">
              <a:extLst>
                <a:ext uri="{FF2B5EF4-FFF2-40B4-BE49-F238E27FC236}">
                  <a16:creationId xmlns:a16="http://schemas.microsoft.com/office/drawing/2014/main" id="{7CB9D5B7-0495-221B-8F2B-FE702346965C}"/>
                </a:ext>
              </a:extLst>
            </p:cNvPr>
            <p:cNvSpPr/>
            <p:nvPr/>
          </p:nvSpPr>
          <p:spPr>
            <a:xfrm>
              <a:off x="7307036" y="3437164"/>
              <a:ext cx="3775235" cy="845905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38" name="모서리가 둥근 직사각형 4">
              <a:extLst>
                <a:ext uri="{FF2B5EF4-FFF2-40B4-BE49-F238E27FC236}">
                  <a16:creationId xmlns:a16="http://schemas.microsoft.com/office/drawing/2014/main" id="{FBDFF750-D817-C359-901D-A725B9FC04EF}"/>
                </a:ext>
              </a:extLst>
            </p:cNvPr>
            <p:cNvSpPr/>
            <p:nvPr/>
          </p:nvSpPr>
          <p:spPr>
            <a:xfrm>
              <a:off x="7316611" y="3860116"/>
              <a:ext cx="1892703" cy="422132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prstClr val="white"/>
                  </a:solidFill>
                </a:rPr>
                <a:t>개당 가격</a:t>
              </a:r>
            </a:p>
          </p:txBody>
        </p:sp>
        <p:sp>
          <p:nvSpPr>
            <p:cNvPr id="39" name="모서리가 둥근 직사각형 4">
              <a:extLst>
                <a:ext uri="{FF2B5EF4-FFF2-40B4-BE49-F238E27FC236}">
                  <a16:creationId xmlns:a16="http://schemas.microsoft.com/office/drawing/2014/main" id="{A0C6A081-9D31-5C41-1809-6C46A41BBF5E}"/>
                </a:ext>
              </a:extLst>
            </p:cNvPr>
            <p:cNvSpPr/>
            <p:nvPr/>
          </p:nvSpPr>
          <p:spPr>
            <a:xfrm>
              <a:off x="9173753" y="3860116"/>
              <a:ext cx="1892703" cy="422132"/>
            </a:xfrm>
            <a:prstGeom prst="rect">
              <a:avLst/>
            </a:prstGeom>
            <a:solidFill>
              <a:schemeClr val="tx1">
                <a:alpha val="18000"/>
              </a:schemeClr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prstClr val="white"/>
                  </a:solidFill>
                </a:rPr>
                <a:t>전체 가격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8665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">
            <a:extLst>
              <a:ext uri="{FF2B5EF4-FFF2-40B4-BE49-F238E27FC236}">
                <a16:creationId xmlns:a16="http://schemas.microsoft.com/office/drawing/2014/main" id="{FC70747B-FB03-9D6A-9905-887847576ECE}"/>
              </a:ext>
            </a:extLst>
          </p:cNvPr>
          <p:cNvSpPr/>
          <p:nvPr/>
        </p:nvSpPr>
        <p:spPr>
          <a:xfrm>
            <a:off x="3541375" y="3435268"/>
            <a:ext cx="3775235" cy="84590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929" y="-204107"/>
            <a:ext cx="12178141" cy="6858000"/>
            <a:chOff x="13858" y="0"/>
            <a:chExt cx="12178141" cy="6858000"/>
          </a:xfrm>
        </p:grpSpPr>
        <p:sp>
          <p:nvSpPr>
            <p:cNvPr id="7" name="모서리가 둥근 직사각형 4">
              <a:extLst>
                <a:ext uri="{FF2B5EF4-FFF2-40B4-BE49-F238E27FC236}">
                  <a16:creationId xmlns:a16="http://schemas.microsoft.com/office/drawing/2014/main" id="{313104EB-6B40-EAB0-156C-047965625EAB}"/>
                </a:ext>
              </a:extLst>
            </p:cNvPr>
            <p:cNvSpPr/>
            <p:nvPr/>
          </p:nvSpPr>
          <p:spPr>
            <a:xfrm>
              <a:off x="13858" y="0"/>
              <a:ext cx="12178141" cy="6858000"/>
            </a:xfrm>
            <a:prstGeom prst="roundRect">
              <a:avLst>
                <a:gd name="adj" fmla="val 3484"/>
              </a:avLst>
            </a:prstGeom>
            <a:solidFill>
              <a:srgbClr val="646C79"/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모서리가 둥근 직사각형 5">
              <a:extLst>
                <a:ext uri="{FF2B5EF4-FFF2-40B4-BE49-F238E27FC236}">
                  <a16:creationId xmlns:a16="http://schemas.microsoft.com/office/drawing/2014/main" id="{FE48B50B-F229-12E5-2CEA-0361300EEF8E}"/>
                </a:ext>
              </a:extLst>
            </p:cNvPr>
            <p:cNvSpPr/>
            <p:nvPr/>
          </p:nvSpPr>
          <p:spPr>
            <a:xfrm>
              <a:off x="275080" y="169164"/>
              <a:ext cx="11916919" cy="6688836"/>
            </a:xfrm>
            <a:prstGeom prst="roundRect">
              <a:avLst>
                <a:gd name="adj" fmla="val 3446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tlCol="0" anchor="t"/>
            <a:lstStyle/>
            <a:p>
              <a:pPr latinLnBrk="0">
                <a:lnSpc>
                  <a:spcPct val="150000"/>
                </a:lnSpc>
                <a:defRPr/>
              </a:pPr>
              <a:endParaRPr lang="ko-KR" altLang="en-US" sz="1600" dirty="0">
                <a:solidFill>
                  <a:srgbClr val="646C79"/>
                </a:solidFill>
              </a:endParaRP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BCEDDA-BD45-3BF8-BEDE-9C9852DEA195}"/>
              </a:ext>
            </a:extLst>
          </p:cNvPr>
          <p:cNvSpPr/>
          <p:nvPr/>
        </p:nvSpPr>
        <p:spPr>
          <a:xfrm>
            <a:off x="575582" y="164682"/>
            <a:ext cx="6226302" cy="44958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  <a:effectLst>
            <a:outerShdw blurRad="190500" dist="38100" dir="5400000" algn="t" rotWithShape="0">
              <a:srgbClr val="489BFB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>
              <a:tabLst>
                <a:tab pos="1524000" algn="l"/>
                <a:tab pos="2419350" algn="l"/>
              </a:tabLst>
              <a:defRPr/>
            </a:pPr>
            <a:r>
              <a:rPr lang="ko-KR" altLang="en-US" sz="2000" dirty="0">
                <a:solidFill>
                  <a:schemeClr val="bg1"/>
                </a:solidFill>
              </a:rPr>
              <a:t>화면 구성 및 레이아웃 설계 </a:t>
            </a:r>
            <a:r>
              <a:rPr lang="en-US" altLang="ko-KR" sz="700" dirty="0">
                <a:solidFill>
                  <a:schemeClr val="bg1"/>
                </a:solidFill>
              </a:rPr>
              <a:t>Price Navi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01137-666C-5FA9-BB1D-5FFFCAA624FD}"/>
              </a:ext>
            </a:extLst>
          </p:cNvPr>
          <p:cNvSpPr/>
          <p:nvPr/>
        </p:nvSpPr>
        <p:spPr>
          <a:xfrm>
            <a:off x="552476" y="754873"/>
            <a:ext cx="11348267" cy="5731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26">
            <a:extLst>
              <a:ext uri="{FF2B5EF4-FFF2-40B4-BE49-F238E27FC236}">
                <a16:creationId xmlns:a16="http://schemas.microsoft.com/office/drawing/2014/main" id="{D2542C75-A310-E3CF-4DE1-FE5C6DBA9A9F}"/>
              </a:ext>
            </a:extLst>
          </p:cNvPr>
          <p:cNvSpPr/>
          <p:nvPr/>
        </p:nvSpPr>
        <p:spPr>
          <a:xfrm>
            <a:off x="9466399" y="99445"/>
            <a:ext cx="2457450" cy="52104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prstClr val="white"/>
                </a:solidFill>
              </a:rPr>
              <a:t>1.</a:t>
            </a:r>
            <a:r>
              <a:rPr lang="ko-KR" altLang="en-US" sz="1200" b="1" dirty="0">
                <a:solidFill>
                  <a:prstClr val="white"/>
                </a:solidFill>
              </a:rPr>
              <a:t>글</a:t>
            </a:r>
            <a:r>
              <a:rPr lang="en-US" altLang="ko-KR" sz="1200" b="1" dirty="0">
                <a:solidFill>
                  <a:prstClr val="white"/>
                </a:solidFill>
              </a:rPr>
              <a:t>[</a:t>
            </a:r>
            <a:r>
              <a:rPr lang="ko-KR" altLang="en-US" sz="1200" b="1" dirty="0">
                <a:solidFill>
                  <a:prstClr val="white"/>
                </a:solidFill>
              </a:rPr>
              <a:t>상세</a:t>
            </a:r>
            <a:r>
              <a:rPr lang="en-US" altLang="ko-KR" sz="1200" b="1" dirty="0">
                <a:solidFill>
                  <a:prstClr val="white"/>
                </a:solidFill>
              </a:rPr>
              <a:t>]</a:t>
            </a:r>
            <a:endParaRPr lang="ko-KR" altLang="en-US" sz="1200" b="1" dirty="0">
              <a:solidFill>
                <a:prstClr val="white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3072242-97DA-CEBC-80FB-83A4B6B4A2EC}"/>
              </a:ext>
            </a:extLst>
          </p:cNvPr>
          <p:cNvSpPr/>
          <p:nvPr/>
        </p:nvSpPr>
        <p:spPr>
          <a:xfrm>
            <a:off x="1555932" y="1265464"/>
            <a:ext cx="9526339" cy="4572000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42" name="모서리가 둥근 직사각형 4">
            <a:extLst>
              <a:ext uri="{FF2B5EF4-FFF2-40B4-BE49-F238E27FC236}">
                <a16:creationId xmlns:a16="http://schemas.microsoft.com/office/drawing/2014/main" id="{69AE5DEF-6BA7-EC17-6EC0-CCAFE4863C05}"/>
              </a:ext>
            </a:extLst>
          </p:cNvPr>
          <p:cNvSpPr/>
          <p:nvPr/>
        </p:nvSpPr>
        <p:spPr>
          <a:xfrm>
            <a:off x="1762265" y="1519907"/>
            <a:ext cx="3205033" cy="4047261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상품 이미지</a:t>
            </a:r>
          </a:p>
        </p:txBody>
      </p:sp>
      <p:sp>
        <p:nvSpPr>
          <p:cNvPr id="44" name="모서리가 둥근 직사각형 4">
            <a:extLst>
              <a:ext uri="{FF2B5EF4-FFF2-40B4-BE49-F238E27FC236}">
                <a16:creationId xmlns:a16="http://schemas.microsoft.com/office/drawing/2014/main" id="{E5047B6E-4614-862A-AD51-EC2EA60E2B88}"/>
              </a:ext>
            </a:extLst>
          </p:cNvPr>
          <p:cNvSpPr/>
          <p:nvPr/>
        </p:nvSpPr>
        <p:spPr>
          <a:xfrm>
            <a:off x="5228520" y="1488239"/>
            <a:ext cx="5650969" cy="356890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카테고리 분류</a:t>
            </a:r>
          </a:p>
        </p:txBody>
      </p:sp>
      <p:sp>
        <p:nvSpPr>
          <p:cNvPr id="45" name="모서리가 둥근 직사각형 4">
            <a:extLst>
              <a:ext uri="{FF2B5EF4-FFF2-40B4-BE49-F238E27FC236}">
                <a16:creationId xmlns:a16="http://schemas.microsoft.com/office/drawing/2014/main" id="{1CF0C015-D098-242D-A0BC-A5B96D0E0A65}"/>
              </a:ext>
            </a:extLst>
          </p:cNvPr>
          <p:cNvSpPr/>
          <p:nvPr/>
        </p:nvSpPr>
        <p:spPr>
          <a:xfrm>
            <a:off x="5220265" y="1835848"/>
            <a:ext cx="5650969" cy="356890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상품 명</a:t>
            </a:r>
          </a:p>
        </p:txBody>
      </p:sp>
      <p:sp>
        <p:nvSpPr>
          <p:cNvPr id="46" name="모서리가 둥근 직사각형 4">
            <a:extLst>
              <a:ext uri="{FF2B5EF4-FFF2-40B4-BE49-F238E27FC236}">
                <a16:creationId xmlns:a16="http://schemas.microsoft.com/office/drawing/2014/main" id="{3A84333F-78BF-CD35-EA51-87B57FB0FBB4}"/>
              </a:ext>
            </a:extLst>
          </p:cNvPr>
          <p:cNvSpPr/>
          <p:nvPr/>
        </p:nvSpPr>
        <p:spPr>
          <a:xfrm>
            <a:off x="8908382" y="4947629"/>
            <a:ext cx="1892703" cy="422132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전체 가격</a:t>
            </a:r>
          </a:p>
        </p:txBody>
      </p:sp>
      <p:sp>
        <p:nvSpPr>
          <p:cNvPr id="47" name="모서리가 둥근 직사각형 4">
            <a:extLst>
              <a:ext uri="{FF2B5EF4-FFF2-40B4-BE49-F238E27FC236}">
                <a16:creationId xmlns:a16="http://schemas.microsoft.com/office/drawing/2014/main" id="{FBB4419F-E73F-0E01-1839-D7DA6723CF27}"/>
              </a:ext>
            </a:extLst>
          </p:cNvPr>
          <p:cNvSpPr/>
          <p:nvPr/>
        </p:nvSpPr>
        <p:spPr>
          <a:xfrm>
            <a:off x="7015679" y="4947629"/>
            <a:ext cx="1892703" cy="422132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배송비</a:t>
            </a:r>
          </a:p>
        </p:txBody>
      </p:sp>
      <p:sp>
        <p:nvSpPr>
          <p:cNvPr id="48" name="모서리가 둥근 직사각형 4">
            <a:extLst>
              <a:ext uri="{FF2B5EF4-FFF2-40B4-BE49-F238E27FC236}">
                <a16:creationId xmlns:a16="http://schemas.microsoft.com/office/drawing/2014/main" id="{8DC04B81-F62E-C8F2-7136-A7B90D88DF0E}"/>
              </a:ext>
            </a:extLst>
          </p:cNvPr>
          <p:cNvSpPr/>
          <p:nvPr/>
        </p:nvSpPr>
        <p:spPr>
          <a:xfrm>
            <a:off x="5220265" y="4947629"/>
            <a:ext cx="1795414" cy="422132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개당 가격</a:t>
            </a:r>
          </a:p>
        </p:txBody>
      </p:sp>
      <p:sp>
        <p:nvSpPr>
          <p:cNvPr id="51" name="모서리가 둥근 직사각형 4">
            <a:extLst>
              <a:ext uri="{FF2B5EF4-FFF2-40B4-BE49-F238E27FC236}">
                <a16:creationId xmlns:a16="http://schemas.microsoft.com/office/drawing/2014/main" id="{F4BE7BC9-3251-7A92-B9A8-DD50286611FC}"/>
              </a:ext>
            </a:extLst>
          </p:cNvPr>
          <p:cNvSpPr/>
          <p:nvPr/>
        </p:nvSpPr>
        <p:spPr>
          <a:xfrm>
            <a:off x="7015678" y="5439141"/>
            <a:ext cx="3785407" cy="347609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추천 </a:t>
            </a:r>
            <a:r>
              <a:rPr lang="en-US" altLang="ko-KR" dirty="0">
                <a:solidFill>
                  <a:prstClr val="white"/>
                </a:solidFill>
              </a:rPr>
              <a:t>, </a:t>
            </a:r>
            <a:r>
              <a:rPr lang="ko-KR" altLang="en-US" dirty="0">
                <a:solidFill>
                  <a:prstClr val="white"/>
                </a:solidFill>
              </a:rPr>
              <a:t>조회수</a:t>
            </a:r>
          </a:p>
        </p:txBody>
      </p:sp>
      <p:sp>
        <p:nvSpPr>
          <p:cNvPr id="52" name="모서리가 둥근 직사각형 4">
            <a:extLst>
              <a:ext uri="{FF2B5EF4-FFF2-40B4-BE49-F238E27FC236}">
                <a16:creationId xmlns:a16="http://schemas.microsoft.com/office/drawing/2014/main" id="{739D3FED-EC03-EA9B-EDDF-138004E77617}"/>
              </a:ext>
            </a:extLst>
          </p:cNvPr>
          <p:cNvSpPr/>
          <p:nvPr/>
        </p:nvSpPr>
        <p:spPr>
          <a:xfrm>
            <a:off x="5220265" y="2361901"/>
            <a:ext cx="2862287" cy="241803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가격동향</a:t>
            </a:r>
          </a:p>
        </p:txBody>
      </p:sp>
      <p:sp>
        <p:nvSpPr>
          <p:cNvPr id="53" name="모서리가 둥근 직사각형 4">
            <a:extLst>
              <a:ext uri="{FF2B5EF4-FFF2-40B4-BE49-F238E27FC236}">
                <a16:creationId xmlns:a16="http://schemas.microsoft.com/office/drawing/2014/main" id="{616FCA3C-46B8-6E90-6FDD-3D005923A3FA}"/>
              </a:ext>
            </a:extLst>
          </p:cNvPr>
          <p:cNvSpPr/>
          <p:nvPr/>
        </p:nvSpPr>
        <p:spPr>
          <a:xfrm>
            <a:off x="8151268" y="2355720"/>
            <a:ext cx="2719966" cy="241803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동일 물건 타 게시물</a:t>
            </a:r>
          </a:p>
        </p:txBody>
      </p:sp>
    </p:spTree>
    <p:extLst>
      <p:ext uri="{BB962C8B-B14F-4D97-AF65-F5344CB8AC3E}">
        <p14:creationId xmlns:p14="http://schemas.microsoft.com/office/powerpoint/2010/main" val="2301827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">
            <a:extLst>
              <a:ext uri="{FF2B5EF4-FFF2-40B4-BE49-F238E27FC236}">
                <a16:creationId xmlns:a16="http://schemas.microsoft.com/office/drawing/2014/main" id="{FC70747B-FB03-9D6A-9905-887847576ECE}"/>
              </a:ext>
            </a:extLst>
          </p:cNvPr>
          <p:cNvSpPr/>
          <p:nvPr/>
        </p:nvSpPr>
        <p:spPr>
          <a:xfrm>
            <a:off x="3541375" y="3435268"/>
            <a:ext cx="3775235" cy="845905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929" y="-204107"/>
            <a:ext cx="12178141" cy="6858000"/>
            <a:chOff x="13858" y="0"/>
            <a:chExt cx="12178141" cy="6858000"/>
          </a:xfrm>
        </p:grpSpPr>
        <p:sp>
          <p:nvSpPr>
            <p:cNvPr id="7" name="모서리가 둥근 직사각형 4">
              <a:extLst>
                <a:ext uri="{FF2B5EF4-FFF2-40B4-BE49-F238E27FC236}">
                  <a16:creationId xmlns:a16="http://schemas.microsoft.com/office/drawing/2014/main" id="{313104EB-6B40-EAB0-156C-047965625EAB}"/>
                </a:ext>
              </a:extLst>
            </p:cNvPr>
            <p:cNvSpPr/>
            <p:nvPr/>
          </p:nvSpPr>
          <p:spPr>
            <a:xfrm>
              <a:off x="13858" y="0"/>
              <a:ext cx="12178141" cy="6858000"/>
            </a:xfrm>
            <a:prstGeom prst="roundRect">
              <a:avLst>
                <a:gd name="adj" fmla="val 3484"/>
              </a:avLst>
            </a:prstGeom>
            <a:solidFill>
              <a:srgbClr val="646C79"/>
            </a:solidFill>
            <a:ln>
              <a:noFill/>
            </a:ln>
            <a:effectLst>
              <a:outerShdw blurRad="2286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모서리가 둥근 직사각형 5">
              <a:extLst>
                <a:ext uri="{FF2B5EF4-FFF2-40B4-BE49-F238E27FC236}">
                  <a16:creationId xmlns:a16="http://schemas.microsoft.com/office/drawing/2014/main" id="{FE48B50B-F229-12E5-2CEA-0361300EEF8E}"/>
                </a:ext>
              </a:extLst>
            </p:cNvPr>
            <p:cNvSpPr/>
            <p:nvPr/>
          </p:nvSpPr>
          <p:spPr>
            <a:xfrm>
              <a:off x="275080" y="169164"/>
              <a:ext cx="11916919" cy="6688836"/>
            </a:xfrm>
            <a:prstGeom prst="roundRect">
              <a:avLst>
                <a:gd name="adj" fmla="val 3446"/>
              </a:avLst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252000" rtlCol="0" anchor="t"/>
            <a:lstStyle/>
            <a:p>
              <a:pPr latinLnBrk="0">
                <a:lnSpc>
                  <a:spcPct val="150000"/>
                </a:lnSpc>
                <a:defRPr/>
              </a:pPr>
              <a:endParaRPr lang="ko-KR" altLang="en-US" sz="1600" dirty="0">
                <a:solidFill>
                  <a:srgbClr val="646C79"/>
                </a:solidFill>
              </a:endParaRP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BCEDDA-BD45-3BF8-BEDE-9C9852DEA195}"/>
              </a:ext>
            </a:extLst>
          </p:cNvPr>
          <p:cNvSpPr/>
          <p:nvPr/>
        </p:nvSpPr>
        <p:spPr>
          <a:xfrm>
            <a:off x="575582" y="164682"/>
            <a:ext cx="6226302" cy="44958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  <a:effectLst>
            <a:outerShdw blurRad="190500" dist="38100" dir="5400000" algn="t" rotWithShape="0">
              <a:srgbClr val="489BFB">
                <a:alpha val="1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>
              <a:tabLst>
                <a:tab pos="1524000" algn="l"/>
                <a:tab pos="2419350" algn="l"/>
              </a:tabLst>
              <a:defRPr/>
            </a:pPr>
            <a:r>
              <a:rPr lang="ko-KR" altLang="en-US" sz="2000" dirty="0">
                <a:solidFill>
                  <a:schemeClr val="bg1"/>
                </a:solidFill>
              </a:rPr>
              <a:t>화면 구성 및 레이아웃 설계 </a:t>
            </a:r>
            <a:r>
              <a:rPr lang="en-US" altLang="ko-KR" sz="700" dirty="0">
                <a:solidFill>
                  <a:schemeClr val="bg1"/>
                </a:solidFill>
              </a:rPr>
              <a:t>Price Navi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1B01137-666C-5FA9-BB1D-5FFFCAA624FD}"/>
              </a:ext>
            </a:extLst>
          </p:cNvPr>
          <p:cNvSpPr/>
          <p:nvPr/>
        </p:nvSpPr>
        <p:spPr>
          <a:xfrm>
            <a:off x="575582" y="783426"/>
            <a:ext cx="11348267" cy="5731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26">
            <a:extLst>
              <a:ext uri="{FF2B5EF4-FFF2-40B4-BE49-F238E27FC236}">
                <a16:creationId xmlns:a16="http://schemas.microsoft.com/office/drawing/2014/main" id="{D2542C75-A310-E3CF-4DE1-FE5C6DBA9A9F}"/>
              </a:ext>
            </a:extLst>
          </p:cNvPr>
          <p:cNvSpPr/>
          <p:nvPr/>
        </p:nvSpPr>
        <p:spPr>
          <a:xfrm>
            <a:off x="9466399" y="99445"/>
            <a:ext cx="2457450" cy="52104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200" b="1" dirty="0">
                <a:solidFill>
                  <a:prstClr val="white"/>
                </a:solidFill>
              </a:rPr>
              <a:t>1.</a:t>
            </a:r>
            <a:r>
              <a:rPr lang="ko-KR" altLang="en-US" sz="1200" b="1" dirty="0">
                <a:solidFill>
                  <a:prstClr val="white"/>
                </a:solidFill>
              </a:rPr>
              <a:t>사이드 바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3072242-97DA-CEBC-80FB-83A4B6B4A2EC}"/>
              </a:ext>
            </a:extLst>
          </p:cNvPr>
          <p:cNvSpPr/>
          <p:nvPr/>
        </p:nvSpPr>
        <p:spPr>
          <a:xfrm>
            <a:off x="5290130" y="1213423"/>
            <a:ext cx="1872958" cy="4572000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4" name="모서리가 둥근 직사각형 4">
            <a:extLst>
              <a:ext uri="{FF2B5EF4-FFF2-40B4-BE49-F238E27FC236}">
                <a16:creationId xmlns:a16="http://schemas.microsoft.com/office/drawing/2014/main" id="{FEE5CAB5-71E6-DB01-C3C7-BDED09F67C6A}"/>
              </a:ext>
            </a:extLst>
          </p:cNvPr>
          <p:cNvSpPr/>
          <p:nvPr/>
        </p:nvSpPr>
        <p:spPr>
          <a:xfrm>
            <a:off x="5541237" y="5145961"/>
            <a:ext cx="1370743" cy="498616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최상위 </a:t>
            </a:r>
          </a:p>
        </p:txBody>
      </p:sp>
      <p:sp>
        <p:nvSpPr>
          <p:cNvPr id="11" name="모서리가 둥근 직사각형 4">
            <a:extLst>
              <a:ext uri="{FF2B5EF4-FFF2-40B4-BE49-F238E27FC236}">
                <a16:creationId xmlns:a16="http://schemas.microsoft.com/office/drawing/2014/main" id="{25DD8376-E44B-6ECF-FB3F-B4CCE1D23EB8}"/>
              </a:ext>
            </a:extLst>
          </p:cNvPr>
          <p:cNvSpPr/>
          <p:nvPr/>
        </p:nvSpPr>
        <p:spPr>
          <a:xfrm>
            <a:off x="5541236" y="1371406"/>
            <a:ext cx="1370743" cy="1319520"/>
          </a:xfrm>
          <a:prstGeom prst="rect">
            <a:avLst/>
          </a:prstGeom>
          <a:solidFill>
            <a:schemeClr val="tx1">
              <a:alpha val="18000"/>
            </a:schemeClr>
          </a:solidFill>
          <a:ln>
            <a:noFill/>
          </a:ln>
          <a:effectLst>
            <a:outerShdw blurRad="2286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prstClr val="white"/>
                </a:solidFill>
              </a:rPr>
              <a:t>전체 랭킹 </a:t>
            </a:r>
          </a:p>
        </p:txBody>
      </p:sp>
    </p:spTree>
    <p:extLst>
      <p:ext uri="{BB962C8B-B14F-4D97-AF65-F5344CB8AC3E}">
        <p14:creationId xmlns:p14="http://schemas.microsoft.com/office/powerpoint/2010/main" val="25461016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220</Words>
  <Application>Microsoft Office PowerPoint</Application>
  <PresentationFormat>와이드스크린</PresentationFormat>
  <Paragraphs>60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Tmon몬소리 Black</vt:lpstr>
      <vt:lpstr>맑은 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WONGI LEE</cp:lastModifiedBy>
  <cp:revision>28</cp:revision>
  <dcterms:created xsi:type="dcterms:W3CDTF">2023-06-20T03:13:13Z</dcterms:created>
  <dcterms:modified xsi:type="dcterms:W3CDTF">2024-01-16T13:55:12Z</dcterms:modified>
</cp:coreProperties>
</file>